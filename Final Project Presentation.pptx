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IBM Plex Sans"/>
      <p:regular r:id="rId17"/>
      <p:bold r:id="rId18"/>
      <p:italic r:id="rId19"/>
      <p:boldItalic r:id="rId20"/>
    </p:embeddedFont>
    <p:embeddedFont>
      <p:font typeface="Sora SemiBold"/>
      <p:regular r:id="rId21"/>
      <p:bold r:id="rId22"/>
    </p:embeddedFont>
    <p:embeddedFont>
      <p:font typeface="IBM Plex Sans Medium"/>
      <p:regular r:id="rId23"/>
      <p:bold r:id="rId24"/>
      <p:italic r:id="rId25"/>
      <p:boldItalic r:id="rId26"/>
    </p:embeddedFont>
    <p:embeddedFont>
      <p:font typeface="Sora Light"/>
      <p:regular r:id="rId27"/>
      <p:bold r:id="rId28"/>
    </p:embeddedFont>
    <p:embeddedFont>
      <p:font typeface="Sora ExtraLight"/>
      <p:regular r:id="rId29"/>
      <p:bold r:id="rId30"/>
    </p:embeddedFont>
    <p:embeddedFont>
      <p:font typeface="Sora"/>
      <p:regular r:id="rId31"/>
      <p:bold r:id="rId32"/>
    </p:embeddedFont>
    <p:embeddedFont>
      <p:font typeface="Sora Medium"/>
      <p:regular r:id="rId33"/>
      <p:bold r:id="rId34"/>
    </p:embeddedFont>
    <p:embeddedFont>
      <p:font typeface="IBM Plex Sans SemiBold"/>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Sora-regular.fntdata"/><Relationship Id="rId30" Type="http://schemas.openxmlformats.org/officeDocument/2006/relationships/font" Target="fonts/SoraExtraLight-bold.fntdata"/><Relationship Id="rId33" Type="http://schemas.openxmlformats.org/officeDocument/2006/relationships/font" Target="fonts/SoraMedium-regular.fntdata"/><Relationship Id="rId32" Type="http://schemas.openxmlformats.org/officeDocument/2006/relationships/font" Target="fonts/Sora-bold.fntdata"/><Relationship Id="rId35" Type="http://schemas.openxmlformats.org/officeDocument/2006/relationships/font" Target="fonts/IBMPlexSansSemiBold-regular.fntdata"/><Relationship Id="rId34" Type="http://schemas.openxmlformats.org/officeDocument/2006/relationships/font" Target="fonts/SoraMedium-bold.fntdata"/><Relationship Id="rId37" Type="http://schemas.openxmlformats.org/officeDocument/2006/relationships/font" Target="fonts/IBMPlexSansSemiBold-italic.fntdata"/><Relationship Id="rId36" Type="http://schemas.openxmlformats.org/officeDocument/2006/relationships/font" Target="fonts/IBMPlexSansSemiBold-bold.fntdata"/><Relationship Id="rId38" Type="http://schemas.openxmlformats.org/officeDocument/2006/relationships/font" Target="fonts/IBMPlexSansSemiBold-boldItalic.fntdata"/><Relationship Id="rId20" Type="http://schemas.openxmlformats.org/officeDocument/2006/relationships/font" Target="fonts/IBMPlexSans-boldItalic.fntdata"/><Relationship Id="rId22" Type="http://schemas.openxmlformats.org/officeDocument/2006/relationships/font" Target="fonts/SoraSemiBold-bold.fntdata"/><Relationship Id="rId21" Type="http://schemas.openxmlformats.org/officeDocument/2006/relationships/font" Target="fonts/SoraSemiBold-regular.fntdata"/><Relationship Id="rId24" Type="http://schemas.openxmlformats.org/officeDocument/2006/relationships/font" Target="fonts/IBMPlexSansMedium-bold.fntdata"/><Relationship Id="rId23" Type="http://schemas.openxmlformats.org/officeDocument/2006/relationships/font" Target="fonts/IBMPlexSansMedium-regular.fntdata"/><Relationship Id="rId26" Type="http://schemas.openxmlformats.org/officeDocument/2006/relationships/font" Target="fonts/IBMPlexSansMedium-boldItalic.fntdata"/><Relationship Id="rId25" Type="http://schemas.openxmlformats.org/officeDocument/2006/relationships/font" Target="fonts/IBMPlexSansMedium-italic.fntdata"/><Relationship Id="rId28" Type="http://schemas.openxmlformats.org/officeDocument/2006/relationships/font" Target="fonts/SoraLight-bold.fntdata"/><Relationship Id="rId27" Type="http://schemas.openxmlformats.org/officeDocument/2006/relationships/font" Target="fonts/SoraLight-regular.fntdata"/><Relationship Id="rId29" Type="http://schemas.openxmlformats.org/officeDocument/2006/relationships/font" Target="fonts/SoraExtraLight-regular.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IBMPlexSans-regular.fntdata"/><Relationship Id="rId16" Type="http://schemas.openxmlformats.org/officeDocument/2006/relationships/slide" Target="slides/slide11.xml"/><Relationship Id="rId19" Type="http://schemas.openxmlformats.org/officeDocument/2006/relationships/font" Target="fonts/IBMPlexSans-italic.fntdata"/><Relationship Id="rId18" Type="http://schemas.openxmlformats.org/officeDocument/2006/relationships/font" Target="fonts/IBMPlexSans-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3917bc4c70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6" name="Google Shape;886;g3917bc4c70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g3917bc4c703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1" name="Google Shape;891;g3917bc4c703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g3917bc4c703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7" name="Google Shape;897;g3917bc4c703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g3917bc4c703_0_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8" name="Google Shape;918;g3917bc4c703_0_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g3917bc4c703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3" name="Google Shape;943;g3917bc4c703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g3917bc4c703_0_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0" name="Google Shape;950;g3917bc4c703_0_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g3917bc4c703_0_3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1" name="Google Shape;971;g3917bc4c703_0_3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g3917bc4c703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1" name="Google Shape;1041;g3917bc4c703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5" name="Shape 1055"/>
        <p:cNvGrpSpPr/>
        <p:nvPr/>
      </p:nvGrpSpPr>
      <p:grpSpPr>
        <a:xfrm>
          <a:off x="0" y="0"/>
          <a:ext cx="0" cy="0"/>
          <a:chOff x="0" y="0"/>
          <a:chExt cx="0" cy="0"/>
        </a:xfrm>
      </p:grpSpPr>
      <p:sp>
        <p:nvSpPr>
          <p:cNvPr id="1056" name="Google Shape;1056;g3917bc4c703_0_5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7" name="Google Shape;1057;g3917bc4c703_0_5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g3917bc4c703_0_5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3" name="Google Shape;1063;g3917bc4c703_0_5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7" name="Shape 1067"/>
        <p:cNvGrpSpPr/>
        <p:nvPr/>
      </p:nvGrpSpPr>
      <p:grpSpPr>
        <a:xfrm>
          <a:off x="0" y="0"/>
          <a:ext cx="0" cy="0"/>
          <a:chOff x="0" y="0"/>
          <a:chExt cx="0" cy="0"/>
        </a:xfrm>
      </p:grpSpPr>
      <p:sp>
        <p:nvSpPr>
          <p:cNvPr id="1068" name="Google Shape;1068;g3917bc4c703_0_5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9" name="Google Shape;1069;g3917bc4c703_0_5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2">
  <p:cSld name="BLANK_2">
    <p:bg>
      <p:bgPr>
        <a:solidFill>
          <a:schemeClr val="lt1"/>
        </a:solidFill>
      </p:bgPr>
    </p:bg>
    <p:spTree>
      <p:nvGrpSpPr>
        <p:cNvPr id="9" name="Shape 9"/>
        <p:cNvGrpSpPr/>
        <p:nvPr/>
      </p:nvGrpSpPr>
      <p:grpSpPr>
        <a:xfrm>
          <a:off x="0" y="0"/>
          <a:ext cx="0" cy="0"/>
          <a:chOff x="0" y="0"/>
          <a:chExt cx="0" cy="0"/>
        </a:xfrm>
      </p:grpSpPr>
      <p:sp>
        <p:nvSpPr>
          <p:cNvPr id="10" name="Google Shape;10;p2"/>
          <p:cNvSpPr txBox="1"/>
          <p:nvPr>
            <p:ph idx="1" type="subTitle"/>
          </p:nvPr>
        </p:nvSpPr>
        <p:spPr>
          <a:xfrm>
            <a:off x="130200" y="4291350"/>
            <a:ext cx="4922100" cy="7392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11" name="Google Shape;11;p2"/>
          <p:cNvSpPr/>
          <p:nvPr/>
        </p:nvSpPr>
        <p:spPr>
          <a:xfrm rot="-900003">
            <a:off x="2618331" y="-723216"/>
            <a:ext cx="4001240" cy="1687704"/>
          </a:xfrm>
          <a:prstGeom prst="chord">
            <a:avLst>
              <a:gd fmla="val 694140" name="adj1"/>
              <a:gd fmla="val 11948531"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 name="Google Shape;12;p2"/>
          <p:cNvSpPr txBox="1"/>
          <p:nvPr>
            <p:ph idx="2" type="subTitle"/>
          </p:nvPr>
        </p:nvSpPr>
        <p:spPr>
          <a:xfrm>
            <a:off x="138475" y="228600"/>
            <a:ext cx="21645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13" name="Google Shape;13;p2"/>
          <p:cNvSpPr/>
          <p:nvPr/>
        </p:nvSpPr>
        <p:spPr>
          <a:xfrm>
            <a:off x="228600" y="4445350"/>
            <a:ext cx="4823700" cy="21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14" name="Google Shape;14;p2"/>
          <p:cNvGrpSpPr/>
          <p:nvPr/>
        </p:nvGrpSpPr>
        <p:grpSpPr>
          <a:xfrm flipH="1" rot="10800000">
            <a:off x="4395238" y="-11"/>
            <a:ext cx="4748757" cy="2797859"/>
            <a:chOff x="3200875" y="1642950"/>
            <a:chExt cx="5970275" cy="3517550"/>
          </a:xfrm>
        </p:grpSpPr>
        <p:sp>
          <p:nvSpPr>
            <p:cNvPr id="15" name="Google Shape;15;p2"/>
            <p:cNvSpPr/>
            <p:nvPr/>
          </p:nvSpPr>
          <p:spPr>
            <a:xfrm>
              <a:off x="4208325" y="1644500"/>
              <a:ext cx="4962825" cy="3516000"/>
            </a:xfrm>
            <a:custGeom>
              <a:rect b="b" l="l" r="r" t="t"/>
              <a:pathLst>
                <a:path extrusionOk="0" h="140640" w="198513">
                  <a:moveTo>
                    <a:pt x="31387" y="0"/>
                  </a:moveTo>
                  <a:lnTo>
                    <a:pt x="0" y="140640"/>
                  </a:lnTo>
                  <a:lnTo>
                    <a:pt x="198513" y="140640"/>
                  </a:lnTo>
                  <a:lnTo>
                    <a:pt x="198513" y="6370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p:spPr>
        </p:sp>
        <p:sp>
          <p:nvSpPr>
            <p:cNvPr id="16" name="Google Shape;16;p2"/>
            <p:cNvSpPr/>
            <p:nvPr/>
          </p:nvSpPr>
          <p:spPr>
            <a:xfrm>
              <a:off x="3200875" y="1642950"/>
              <a:ext cx="1795975" cy="3517550"/>
            </a:xfrm>
            <a:custGeom>
              <a:rect b="b" l="l" r="r" t="t"/>
              <a:pathLst>
                <a:path extrusionOk="0" h="140702" w="71839">
                  <a:moveTo>
                    <a:pt x="71839" y="0"/>
                  </a:moveTo>
                  <a:lnTo>
                    <a:pt x="40808" y="140702"/>
                  </a:lnTo>
                  <a:lnTo>
                    <a:pt x="0" y="140702"/>
                  </a:lnTo>
                  <a:close/>
                </a:path>
              </a:pathLst>
            </a:custGeom>
            <a:solidFill>
              <a:schemeClr val="accent5"/>
            </a:solidFill>
            <a:ln>
              <a:noFill/>
            </a:ln>
          </p:spPr>
        </p:sp>
      </p:grpSp>
      <p:grpSp>
        <p:nvGrpSpPr>
          <p:cNvPr id="17" name="Google Shape;17;p2"/>
          <p:cNvGrpSpPr/>
          <p:nvPr/>
        </p:nvGrpSpPr>
        <p:grpSpPr>
          <a:xfrm flipH="1">
            <a:off x="6309311" y="2793726"/>
            <a:ext cx="2834695" cy="1890116"/>
            <a:chOff x="312900" y="2793625"/>
            <a:chExt cx="2221200" cy="1481050"/>
          </a:xfrm>
        </p:grpSpPr>
        <p:grpSp>
          <p:nvGrpSpPr>
            <p:cNvPr id="18" name="Google Shape;18;p2"/>
            <p:cNvGrpSpPr/>
            <p:nvPr/>
          </p:nvGrpSpPr>
          <p:grpSpPr>
            <a:xfrm>
              <a:off x="312900" y="2793625"/>
              <a:ext cx="1851000" cy="1481050"/>
              <a:chOff x="461225" y="3249175"/>
              <a:chExt cx="1851000" cy="1481050"/>
            </a:xfrm>
          </p:grpSpPr>
          <p:grpSp>
            <p:nvGrpSpPr>
              <p:cNvPr id="19" name="Google Shape;19;p2"/>
              <p:cNvGrpSpPr/>
              <p:nvPr/>
            </p:nvGrpSpPr>
            <p:grpSpPr>
              <a:xfrm>
                <a:off x="461225" y="3249175"/>
                <a:ext cx="1851000" cy="370200"/>
                <a:chOff x="461225" y="3249175"/>
                <a:chExt cx="1851000" cy="370200"/>
              </a:xfrm>
            </p:grpSpPr>
            <p:sp>
              <p:nvSpPr>
                <p:cNvPr id="20" name="Google Shape;20;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 name="Google Shape;21;p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 name="Google Shape;22;p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3" name="Google Shape;23;p2"/>
              <p:cNvGrpSpPr/>
              <p:nvPr/>
            </p:nvGrpSpPr>
            <p:grpSpPr>
              <a:xfrm>
                <a:off x="461225" y="3619500"/>
                <a:ext cx="1480800" cy="370200"/>
                <a:chOff x="461225" y="3249175"/>
                <a:chExt cx="1480800" cy="370200"/>
              </a:xfrm>
            </p:grpSpPr>
            <p:sp>
              <p:nvSpPr>
                <p:cNvPr id="24" name="Google Shape;24;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 name="Google Shape;25;p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6" name="Google Shape;26;p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 name="Google Shape;27;p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8" name="Google Shape;28;p2"/>
              <p:cNvGrpSpPr/>
              <p:nvPr/>
            </p:nvGrpSpPr>
            <p:grpSpPr>
              <a:xfrm>
                <a:off x="461225" y="3989700"/>
                <a:ext cx="1851000" cy="370200"/>
                <a:chOff x="461225" y="3249175"/>
                <a:chExt cx="1851000" cy="370200"/>
              </a:xfrm>
            </p:grpSpPr>
            <p:sp>
              <p:nvSpPr>
                <p:cNvPr id="29" name="Google Shape;29;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 name="Google Shape;30;p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1" name="Google Shape;31;p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 name="Google Shape;32;p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3" name="Google Shape;33;p2"/>
              <p:cNvGrpSpPr/>
              <p:nvPr/>
            </p:nvGrpSpPr>
            <p:grpSpPr>
              <a:xfrm>
                <a:off x="461225" y="4360025"/>
                <a:ext cx="1480800" cy="370200"/>
                <a:chOff x="461225" y="3249175"/>
                <a:chExt cx="1480800" cy="370200"/>
              </a:xfrm>
            </p:grpSpPr>
            <p:sp>
              <p:nvSpPr>
                <p:cNvPr id="34" name="Google Shape;34;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 name="Google Shape;35;p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6" name="Google Shape;36;p2"/>
            <p:cNvSpPr/>
            <p:nvPr/>
          </p:nvSpPr>
          <p:spPr>
            <a:xfrm>
              <a:off x="2163900" y="390358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37" name="Google Shape;37;p2"/>
          <p:cNvSpPr txBox="1"/>
          <p:nvPr>
            <p:ph type="title"/>
          </p:nvPr>
        </p:nvSpPr>
        <p:spPr>
          <a:xfrm>
            <a:off x="74600" y="2891050"/>
            <a:ext cx="5876700" cy="1440000"/>
          </a:xfrm>
          <a:prstGeom prst="rect">
            <a:avLst/>
          </a:prstGeom>
        </p:spPr>
        <p:txBody>
          <a:bodyPr anchorCtr="0" anchor="b" bIns="91425" lIns="91425" spcFirstLastPara="1" rIns="91425" wrap="square" tIns="91425">
            <a:noAutofit/>
          </a:bodyPr>
          <a:lstStyle>
            <a:lvl1pPr lvl="0">
              <a:lnSpc>
                <a:spcPct val="70000"/>
              </a:lnSpc>
              <a:spcBef>
                <a:spcPts val="0"/>
              </a:spcBef>
              <a:spcAft>
                <a:spcPts val="0"/>
              </a:spcAft>
              <a:buNone/>
              <a:defRPr sz="5500">
                <a:solidFill>
                  <a:schemeClr val="dk1"/>
                </a:solidFill>
              </a:defRPr>
            </a:lvl1pPr>
            <a:lvl2pPr lvl="1">
              <a:spcBef>
                <a:spcPts val="0"/>
              </a:spcBef>
              <a:spcAft>
                <a:spcPts val="0"/>
              </a:spcAft>
              <a:buClr>
                <a:schemeClr val="dk1"/>
              </a:buClr>
              <a:buSzPts val="5500"/>
              <a:buFont typeface="IBM Plex Sans"/>
              <a:buNone/>
              <a:defRPr sz="5500">
                <a:solidFill>
                  <a:schemeClr val="dk1"/>
                </a:solidFill>
              </a:defRPr>
            </a:lvl2pPr>
            <a:lvl3pPr lvl="2">
              <a:spcBef>
                <a:spcPts val="0"/>
              </a:spcBef>
              <a:spcAft>
                <a:spcPts val="0"/>
              </a:spcAft>
              <a:buClr>
                <a:schemeClr val="dk1"/>
              </a:buClr>
              <a:buSzPts val="5500"/>
              <a:buFont typeface="IBM Plex Sans"/>
              <a:buNone/>
              <a:defRPr sz="5500">
                <a:solidFill>
                  <a:schemeClr val="dk1"/>
                </a:solidFill>
              </a:defRPr>
            </a:lvl3pPr>
            <a:lvl4pPr lvl="3">
              <a:spcBef>
                <a:spcPts val="0"/>
              </a:spcBef>
              <a:spcAft>
                <a:spcPts val="0"/>
              </a:spcAft>
              <a:buClr>
                <a:schemeClr val="dk1"/>
              </a:buClr>
              <a:buSzPts val="5500"/>
              <a:buFont typeface="IBM Plex Sans"/>
              <a:buNone/>
              <a:defRPr sz="5500">
                <a:solidFill>
                  <a:schemeClr val="dk1"/>
                </a:solidFill>
              </a:defRPr>
            </a:lvl4pPr>
            <a:lvl5pPr lvl="4">
              <a:spcBef>
                <a:spcPts val="0"/>
              </a:spcBef>
              <a:spcAft>
                <a:spcPts val="0"/>
              </a:spcAft>
              <a:buClr>
                <a:schemeClr val="dk1"/>
              </a:buClr>
              <a:buSzPts val="5500"/>
              <a:buFont typeface="IBM Plex Sans"/>
              <a:buNone/>
              <a:defRPr sz="5500">
                <a:solidFill>
                  <a:schemeClr val="dk1"/>
                </a:solidFill>
              </a:defRPr>
            </a:lvl5pPr>
            <a:lvl6pPr lvl="5">
              <a:spcBef>
                <a:spcPts val="0"/>
              </a:spcBef>
              <a:spcAft>
                <a:spcPts val="0"/>
              </a:spcAft>
              <a:buClr>
                <a:schemeClr val="dk1"/>
              </a:buClr>
              <a:buSzPts val="5500"/>
              <a:buFont typeface="IBM Plex Sans"/>
              <a:buNone/>
              <a:defRPr sz="5500">
                <a:solidFill>
                  <a:schemeClr val="dk1"/>
                </a:solidFill>
              </a:defRPr>
            </a:lvl6pPr>
            <a:lvl7pPr lvl="6">
              <a:spcBef>
                <a:spcPts val="0"/>
              </a:spcBef>
              <a:spcAft>
                <a:spcPts val="0"/>
              </a:spcAft>
              <a:buClr>
                <a:schemeClr val="dk1"/>
              </a:buClr>
              <a:buSzPts val="5500"/>
              <a:buFont typeface="IBM Plex Sans"/>
              <a:buNone/>
              <a:defRPr sz="5500">
                <a:solidFill>
                  <a:schemeClr val="dk1"/>
                </a:solidFill>
              </a:defRPr>
            </a:lvl7pPr>
            <a:lvl8pPr lvl="7">
              <a:spcBef>
                <a:spcPts val="0"/>
              </a:spcBef>
              <a:spcAft>
                <a:spcPts val="0"/>
              </a:spcAft>
              <a:buClr>
                <a:schemeClr val="dk1"/>
              </a:buClr>
              <a:buSzPts val="5500"/>
              <a:buFont typeface="IBM Plex Sans"/>
              <a:buNone/>
              <a:defRPr sz="5500">
                <a:solidFill>
                  <a:schemeClr val="dk1"/>
                </a:solidFill>
              </a:defRPr>
            </a:lvl8pPr>
            <a:lvl9pPr lvl="8">
              <a:spcBef>
                <a:spcPts val="0"/>
              </a:spcBef>
              <a:spcAft>
                <a:spcPts val="0"/>
              </a:spcAft>
              <a:buClr>
                <a:schemeClr val="dk1"/>
              </a:buClr>
              <a:buSzPts val="5500"/>
              <a:buFont typeface="IBM Plex Sans"/>
              <a:buNone/>
              <a:defRPr sz="5500">
                <a:solidFill>
                  <a:schemeClr val="dk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_3">
    <p:spTree>
      <p:nvGrpSpPr>
        <p:cNvPr id="38" name="Shape 38"/>
        <p:cNvGrpSpPr/>
        <p:nvPr/>
      </p:nvGrpSpPr>
      <p:grpSpPr>
        <a:xfrm>
          <a:off x="0" y="0"/>
          <a:ext cx="0" cy="0"/>
          <a:chOff x="0" y="0"/>
          <a:chExt cx="0" cy="0"/>
        </a:xfrm>
      </p:grpSpPr>
      <p:grpSp>
        <p:nvGrpSpPr>
          <p:cNvPr id="39" name="Google Shape;39;p3"/>
          <p:cNvGrpSpPr/>
          <p:nvPr/>
        </p:nvGrpSpPr>
        <p:grpSpPr>
          <a:xfrm flipH="1">
            <a:off x="6169505" y="2816179"/>
            <a:ext cx="2979740" cy="1986829"/>
            <a:chOff x="312900" y="2793625"/>
            <a:chExt cx="2221200" cy="1481050"/>
          </a:xfrm>
        </p:grpSpPr>
        <p:grpSp>
          <p:nvGrpSpPr>
            <p:cNvPr id="40" name="Google Shape;40;p3"/>
            <p:cNvGrpSpPr/>
            <p:nvPr/>
          </p:nvGrpSpPr>
          <p:grpSpPr>
            <a:xfrm>
              <a:off x="312900" y="2793625"/>
              <a:ext cx="1851000" cy="1481050"/>
              <a:chOff x="461225" y="3249175"/>
              <a:chExt cx="1851000" cy="1481050"/>
            </a:xfrm>
          </p:grpSpPr>
          <p:grpSp>
            <p:nvGrpSpPr>
              <p:cNvPr id="41" name="Google Shape;41;p3"/>
              <p:cNvGrpSpPr/>
              <p:nvPr/>
            </p:nvGrpSpPr>
            <p:grpSpPr>
              <a:xfrm>
                <a:off x="461225" y="3249175"/>
                <a:ext cx="1851000" cy="370200"/>
                <a:chOff x="461225" y="3249175"/>
                <a:chExt cx="1851000" cy="370200"/>
              </a:xfrm>
            </p:grpSpPr>
            <p:sp>
              <p:nvSpPr>
                <p:cNvPr id="42" name="Google Shape;42;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 name="Google Shape;43;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 name="Google Shape;44;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5" name="Google Shape;45;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 name="Google Shape;46;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7" name="Google Shape;47;p3"/>
              <p:cNvGrpSpPr/>
              <p:nvPr/>
            </p:nvGrpSpPr>
            <p:grpSpPr>
              <a:xfrm>
                <a:off x="461225" y="3619500"/>
                <a:ext cx="1851000" cy="370200"/>
                <a:chOff x="461225" y="3249175"/>
                <a:chExt cx="1851000" cy="370200"/>
              </a:xfrm>
            </p:grpSpPr>
            <p:sp>
              <p:nvSpPr>
                <p:cNvPr id="48" name="Google Shape;48;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 name="Google Shape;49;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 name="Google Shape;50;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 name="Google Shape;51;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 name="Google Shape;52;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3" name="Google Shape;53;p3"/>
              <p:cNvGrpSpPr/>
              <p:nvPr/>
            </p:nvGrpSpPr>
            <p:grpSpPr>
              <a:xfrm>
                <a:off x="461225" y="3989700"/>
                <a:ext cx="1851000" cy="370200"/>
                <a:chOff x="461225" y="3249175"/>
                <a:chExt cx="1851000" cy="370200"/>
              </a:xfrm>
            </p:grpSpPr>
            <p:sp>
              <p:nvSpPr>
                <p:cNvPr id="54" name="Google Shape;54;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 name="Google Shape;55;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 name="Google Shape;56;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 name="Google Shape;57;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 name="Google Shape;58;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9" name="Google Shape;59;p3"/>
              <p:cNvGrpSpPr/>
              <p:nvPr/>
            </p:nvGrpSpPr>
            <p:grpSpPr>
              <a:xfrm>
                <a:off x="461225" y="4360025"/>
                <a:ext cx="1851000" cy="370200"/>
                <a:chOff x="461225" y="3249175"/>
                <a:chExt cx="1851000" cy="370200"/>
              </a:xfrm>
            </p:grpSpPr>
            <p:sp>
              <p:nvSpPr>
                <p:cNvPr id="60" name="Google Shape;60;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1" name="Google Shape;61;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2" name="Google Shape;62;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 name="Google Shape;63;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4" name="Google Shape;64;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5" name="Google Shape;65;p3"/>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6" name="Google Shape;66;p3"/>
          <p:cNvSpPr/>
          <p:nvPr/>
        </p:nvSpPr>
        <p:spPr>
          <a:xfrm flipH="1">
            <a:off x="12" y="3308203"/>
            <a:ext cx="9143963" cy="183531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67" name="Google Shape;67;p3"/>
          <p:cNvSpPr/>
          <p:nvPr/>
        </p:nvSpPr>
        <p:spPr>
          <a:xfrm>
            <a:off x="11" y="26114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 name="Google Shape;68;p3"/>
          <p:cNvSpPr/>
          <p:nvPr/>
        </p:nvSpPr>
        <p:spPr>
          <a:xfrm flipH="1">
            <a:off x="3311207" y="2592556"/>
            <a:ext cx="1486200" cy="1486200"/>
          </a:xfrm>
          <a:prstGeom prst="ellipse">
            <a:avLst/>
          </a:pr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 name="Google Shape;69;p3"/>
          <p:cNvSpPr/>
          <p:nvPr/>
        </p:nvSpPr>
        <p:spPr>
          <a:xfrm flipH="1" rot="-5400000">
            <a:off x="1299729" y="2592569"/>
            <a:ext cx="1486200" cy="1486200"/>
          </a:xfrm>
          <a:prstGeom prst="ellipse">
            <a:avLst/>
          </a:prstGeom>
          <a:gradFill>
            <a:gsLst>
              <a:gs pos="0">
                <a:schemeClr val="accent3"/>
              </a:gs>
              <a:gs pos="35000">
                <a:schemeClr val="accent3"/>
              </a:gs>
              <a:gs pos="100000">
                <a:schemeClr val="accent1"/>
              </a:gs>
            </a:gsLst>
            <a:lin ang="8099331"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 name="Google Shape;70;p3"/>
          <p:cNvSpPr txBox="1"/>
          <p:nvPr>
            <p:ph type="title"/>
          </p:nvPr>
        </p:nvSpPr>
        <p:spPr>
          <a:xfrm>
            <a:off x="115025" y="502775"/>
            <a:ext cx="41838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71" name="Google Shape;71;p3"/>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72" name="Google Shape;72;p3"/>
          <p:cNvSpPr txBox="1"/>
          <p:nvPr>
            <p:ph idx="1" type="body"/>
          </p:nvPr>
        </p:nvSpPr>
        <p:spPr>
          <a:xfrm>
            <a:off x="3511550" y="587150"/>
            <a:ext cx="4371600" cy="25263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92100" lvl="2" marL="1371600">
              <a:lnSpc>
                <a:spcPct val="115000"/>
              </a:lnSpc>
              <a:spcBef>
                <a:spcPts val="800"/>
              </a:spcBef>
              <a:spcAft>
                <a:spcPts val="0"/>
              </a:spcAft>
              <a:buClr>
                <a:schemeClr val="lt1"/>
              </a:buClr>
              <a:buSzPts val="1000"/>
              <a:buFont typeface="Sora"/>
              <a:buChar char="■"/>
              <a:defRPr sz="1000"/>
            </a:lvl3pPr>
            <a:lvl4pPr indent="-292100" lvl="3" marL="1828800">
              <a:lnSpc>
                <a:spcPct val="115000"/>
              </a:lnSpc>
              <a:spcBef>
                <a:spcPts val="80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92100" lvl="8" marL="4114800">
              <a:lnSpc>
                <a:spcPct val="115000"/>
              </a:lnSpc>
              <a:spcBef>
                <a:spcPts val="800"/>
              </a:spcBef>
              <a:spcAft>
                <a:spcPts val="800"/>
              </a:spcAft>
              <a:buClr>
                <a:schemeClr val="lt1"/>
              </a:buClr>
              <a:buSzPts val="1000"/>
              <a:buFont typeface="Sora"/>
              <a:buChar char="■"/>
              <a:defRPr sz="1000"/>
            </a:lvl9pPr>
          </a:lstStyle>
          <a:p/>
        </p:txBody>
      </p:sp>
      <p:sp>
        <p:nvSpPr>
          <p:cNvPr id="73" name="Google Shape;73;p3"/>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2">
    <p:spTree>
      <p:nvGrpSpPr>
        <p:cNvPr id="74" name="Shape 74"/>
        <p:cNvGrpSpPr/>
        <p:nvPr/>
      </p:nvGrpSpPr>
      <p:grpSpPr>
        <a:xfrm>
          <a:off x="0" y="0"/>
          <a:ext cx="0" cy="0"/>
          <a:chOff x="0" y="0"/>
          <a:chExt cx="0" cy="0"/>
        </a:xfrm>
      </p:grpSpPr>
      <p:grpSp>
        <p:nvGrpSpPr>
          <p:cNvPr id="75" name="Google Shape;75;p4"/>
          <p:cNvGrpSpPr/>
          <p:nvPr/>
        </p:nvGrpSpPr>
        <p:grpSpPr>
          <a:xfrm flipH="1">
            <a:off x="6169505" y="228779"/>
            <a:ext cx="2979740" cy="1986829"/>
            <a:chOff x="312900" y="2793625"/>
            <a:chExt cx="2221200" cy="1481050"/>
          </a:xfrm>
        </p:grpSpPr>
        <p:grpSp>
          <p:nvGrpSpPr>
            <p:cNvPr id="76" name="Google Shape;76;p4"/>
            <p:cNvGrpSpPr/>
            <p:nvPr/>
          </p:nvGrpSpPr>
          <p:grpSpPr>
            <a:xfrm>
              <a:off x="312900" y="2793625"/>
              <a:ext cx="1851000" cy="1481050"/>
              <a:chOff x="461225" y="3249175"/>
              <a:chExt cx="1851000" cy="1481050"/>
            </a:xfrm>
          </p:grpSpPr>
          <p:grpSp>
            <p:nvGrpSpPr>
              <p:cNvPr id="77" name="Google Shape;77;p4"/>
              <p:cNvGrpSpPr/>
              <p:nvPr/>
            </p:nvGrpSpPr>
            <p:grpSpPr>
              <a:xfrm>
                <a:off x="461225" y="3249175"/>
                <a:ext cx="1851000" cy="370200"/>
                <a:chOff x="461225" y="3249175"/>
                <a:chExt cx="1851000" cy="370200"/>
              </a:xfrm>
            </p:grpSpPr>
            <p:sp>
              <p:nvSpPr>
                <p:cNvPr id="78" name="Google Shape;78;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9" name="Google Shape;79;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 name="Google Shape;80;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 name="Google Shape;81;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2" name="Google Shape;82;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3" name="Google Shape;83;p4"/>
              <p:cNvGrpSpPr/>
              <p:nvPr/>
            </p:nvGrpSpPr>
            <p:grpSpPr>
              <a:xfrm>
                <a:off x="461225" y="3619500"/>
                <a:ext cx="1851000" cy="370200"/>
                <a:chOff x="461225" y="3249175"/>
                <a:chExt cx="1851000" cy="370200"/>
              </a:xfrm>
            </p:grpSpPr>
            <p:sp>
              <p:nvSpPr>
                <p:cNvPr id="84" name="Google Shape;84;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5" name="Google Shape;85;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6" name="Google Shape;86;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7" name="Google Shape;87;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8" name="Google Shape;88;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9" name="Google Shape;89;p4"/>
              <p:cNvGrpSpPr/>
              <p:nvPr/>
            </p:nvGrpSpPr>
            <p:grpSpPr>
              <a:xfrm>
                <a:off x="461225" y="3989700"/>
                <a:ext cx="1851000" cy="370200"/>
                <a:chOff x="461225" y="3249175"/>
                <a:chExt cx="1851000" cy="370200"/>
              </a:xfrm>
            </p:grpSpPr>
            <p:sp>
              <p:nvSpPr>
                <p:cNvPr id="90" name="Google Shape;90;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1" name="Google Shape;91;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2" name="Google Shape;92;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3" name="Google Shape;93;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4" name="Google Shape;94;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95" name="Google Shape;95;p4"/>
              <p:cNvGrpSpPr/>
              <p:nvPr/>
            </p:nvGrpSpPr>
            <p:grpSpPr>
              <a:xfrm>
                <a:off x="461225" y="4360025"/>
                <a:ext cx="1851000" cy="370200"/>
                <a:chOff x="461225" y="3249175"/>
                <a:chExt cx="1851000" cy="370200"/>
              </a:xfrm>
            </p:grpSpPr>
            <p:sp>
              <p:nvSpPr>
                <p:cNvPr id="96" name="Google Shape;96;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7" name="Google Shape;97;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8" name="Google Shape;98;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9" name="Google Shape;99;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0" name="Google Shape;100;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01" name="Google Shape;101;p4"/>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02" name="Google Shape;102;p4"/>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03" name="Google Shape;103;p4"/>
          <p:cNvSpPr/>
          <p:nvPr/>
        </p:nvSpPr>
        <p:spPr>
          <a:xfrm flipH="1">
            <a:off x="8423546" y="30872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a:effectLst>
            <a:outerShdw blurRad="485775" rotWithShape="0" algn="bl" dir="7800000" dist="76200">
              <a:schemeClr val="accent1">
                <a:alpha val="27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4" name="Google Shape;104;p4"/>
          <p:cNvSpPr/>
          <p:nvPr/>
        </p:nvSpPr>
        <p:spPr>
          <a:xfrm rot="-5400000">
            <a:off x="4618961" y="3068375"/>
            <a:ext cx="1486200" cy="1486200"/>
          </a:xfrm>
          <a:prstGeom prst="ellipse">
            <a:avLst/>
          </a:prstGeom>
          <a:gradFill>
            <a:gsLst>
              <a:gs pos="0">
                <a:schemeClr val="accent3"/>
              </a:gs>
              <a:gs pos="56000">
                <a:schemeClr val="accent1"/>
              </a:gs>
              <a:gs pos="100000">
                <a:schemeClr val="accent1"/>
              </a:gs>
            </a:gsLst>
            <a:lin ang="13500032" scaled="0"/>
          </a:gradFill>
          <a:ln>
            <a:noFill/>
          </a:ln>
          <a:effectLst>
            <a:outerShdw blurRad="328613" rotWithShape="0" algn="bl" dir="2700000" dist="28575">
              <a:schemeClr val="accent1">
                <a:alpha val="28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5" name="Google Shape;105;p4"/>
          <p:cNvSpPr/>
          <p:nvPr/>
        </p:nvSpPr>
        <p:spPr>
          <a:xfrm>
            <a:off x="6521248" y="3068375"/>
            <a:ext cx="1486200" cy="1486200"/>
          </a:xfrm>
          <a:prstGeom prst="ellipse">
            <a:avLst/>
          </a:prstGeom>
          <a:gradFill>
            <a:gsLst>
              <a:gs pos="0">
                <a:schemeClr val="accent3"/>
              </a:gs>
              <a:gs pos="35000">
                <a:schemeClr val="accent3"/>
              </a:gs>
              <a:gs pos="100000">
                <a:schemeClr val="accent1"/>
              </a:gs>
            </a:gsLst>
            <a:lin ang="8099331" scaled="0"/>
          </a:gradFill>
          <a:ln>
            <a:noFill/>
          </a:ln>
          <a:effectLst>
            <a:outerShdw blurRad="342900" rotWithShape="0" algn="bl" dir="5400000" dist="38100">
              <a:schemeClr val="accent3">
                <a:alpha val="3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6" name="Google Shape;106;p4"/>
          <p:cNvSpPr txBox="1"/>
          <p:nvPr>
            <p:ph idx="1" type="body"/>
          </p:nvPr>
        </p:nvSpPr>
        <p:spPr>
          <a:xfrm>
            <a:off x="115025" y="908975"/>
            <a:ext cx="5369100" cy="2478000"/>
          </a:xfrm>
          <a:prstGeom prst="rect">
            <a:avLst/>
          </a:prstGeom>
        </p:spPr>
        <p:txBody>
          <a:bodyPr anchorCtr="0" anchor="t" bIns="91425" lIns="91425" spcFirstLastPara="1" rIns="91425" wrap="square" tIns="0">
            <a:noAutofit/>
          </a:bodyPr>
          <a:lstStyle>
            <a:lvl1pPr indent="-457200" lvl="0" marL="457200">
              <a:spcBef>
                <a:spcPts val="0"/>
              </a:spcBef>
              <a:spcAft>
                <a:spcPts val="0"/>
              </a:spcAft>
              <a:buClr>
                <a:schemeClr val="lt1"/>
              </a:buClr>
              <a:buSzPts val="3600"/>
              <a:buFont typeface="IBM Plex Sans"/>
              <a:buChar char="●"/>
              <a:defRPr sz="3600">
                <a:latin typeface="IBM Plex Sans"/>
                <a:ea typeface="IBM Plex Sans"/>
                <a:cs typeface="IBM Plex Sans"/>
                <a:sym typeface="IBM Plex Sans"/>
              </a:defRPr>
            </a:lvl1pPr>
            <a:lvl2pPr indent="-457200" lvl="1" marL="914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2pPr>
            <a:lvl3pPr indent="-457200" lvl="2" marL="1371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3pPr>
            <a:lvl4pPr indent="-457200" lvl="3" marL="18288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4pPr>
            <a:lvl5pPr indent="-457200" lvl="4" marL="22860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5pPr>
            <a:lvl6pPr indent="-457200" lvl="5" marL="27432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6pPr>
            <a:lvl7pPr indent="-457200" lvl="6" marL="3200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7pPr>
            <a:lvl8pPr indent="-457200" lvl="7" marL="3657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8pPr>
            <a:lvl9pPr indent="-457200" lvl="8" marL="4114800">
              <a:spcBef>
                <a:spcPts val="800"/>
              </a:spcBef>
              <a:spcAft>
                <a:spcPts val="800"/>
              </a:spcAft>
              <a:buClr>
                <a:schemeClr val="lt1"/>
              </a:buClr>
              <a:buSzPts val="3600"/>
              <a:buFont typeface="IBM Plex Sans"/>
              <a:buChar char="■"/>
              <a:defRPr sz="3600">
                <a:latin typeface="IBM Plex Sans"/>
                <a:ea typeface="IBM Plex Sans"/>
                <a:cs typeface="IBM Plex Sans"/>
                <a:sym typeface="IBM Plex Sans"/>
              </a:defRPr>
            </a:lvl9pPr>
          </a:lstStyle>
          <a:p/>
        </p:txBody>
      </p:sp>
      <p:sp>
        <p:nvSpPr>
          <p:cNvPr id="107" name="Google Shape;107;p4"/>
          <p:cNvSpPr txBox="1"/>
          <p:nvPr>
            <p:ph idx="2" type="title"/>
          </p:nvPr>
        </p:nvSpPr>
        <p:spPr>
          <a:xfrm>
            <a:off x="115025" y="502775"/>
            <a:ext cx="4183800" cy="406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3600">
                <a:solidFill>
                  <a:schemeClr val="accent3"/>
                </a:solidFill>
              </a:defRPr>
            </a:lvl2pPr>
            <a:lvl3pPr lvl="2">
              <a:lnSpc>
                <a:spcPct val="115000"/>
              </a:lnSpc>
              <a:spcBef>
                <a:spcPts val="0"/>
              </a:spcBef>
              <a:spcAft>
                <a:spcPts val="0"/>
              </a:spcAft>
              <a:buNone/>
              <a:defRPr sz="3600">
                <a:solidFill>
                  <a:schemeClr val="accent3"/>
                </a:solidFill>
              </a:defRPr>
            </a:lvl3pPr>
            <a:lvl4pPr lvl="3">
              <a:lnSpc>
                <a:spcPct val="115000"/>
              </a:lnSpc>
              <a:spcBef>
                <a:spcPts val="0"/>
              </a:spcBef>
              <a:spcAft>
                <a:spcPts val="0"/>
              </a:spcAft>
              <a:buNone/>
              <a:defRPr sz="3600">
                <a:solidFill>
                  <a:schemeClr val="accent3"/>
                </a:solidFill>
              </a:defRPr>
            </a:lvl4pPr>
            <a:lvl5pPr lvl="4">
              <a:lnSpc>
                <a:spcPct val="115000"/>
              </a:lnSpc>
              <a:spcBef>
                <a:spcPts val="0"/>
              </a:spcBef>
              <a:spcAft>
                <a:spcPts val="0"/>
              </a:spcAft>
              <a:buNone/>
              <a:defRPr sz="3600">
                <a:solidFill>
                  <a:schemeClr val="accent3"/>
                </a:solidFill>
              </a:defRPr>
            </a:lvl5pPr>
            <a:lvl6pPr lvl="5">
              <a:lnSpc>
                <a:spcPct val="115000"/>
              </a:lnSpc>
              <a:spcBef>
                <a:spcPts val="0"/>
              </a:spcBef>
              <a:spcAft>
                <a:spcPts val="0"/>
              </a:spcAft>
              <a:buNone/>
              <a:defRPr sz="3600">
                <a:solidFill>
                  <a:schemeClr val="accent3"/>
                </a:solidFill>
              </a:defRPr>
            </a:lvl6pPr>
            <a:lvl7pPr lvl="6">
              <a:lnSpc>
                <a:spcPct val="115000"/>
              </a:lnSpc>
              <a:spcBef>
                <a:spcPts val="0"/>
              </a:spcBef>
              <a:spcAft>
                <a:spcPts val="0"/>
              </a:spcAft>
              <a:buNone/>
              <a:defRPr sz="3600">
                <a:solidFill>
                  <a:schemeClr val="accent3"/>
                </a:solidFill>
              </a:defRPr>
            </a:lvl7pPr>
            <a:lvl8pPr lvl="7">
              <a:lnSpc>
                <a:spcPct val="115000"/>
              </a:lnSpc>
              <a:spcBef>
                <a:spcPts val="0"/>
              </a:spcBef>
              <a:spcAft>
                <a:spcPts val="0"/>
              </a:spcAft>
              <a:buNone/>
              <a:defRPr sz="3600">
                <a:solidFill>
                  <a:schemeClr val="accent3"/>
                </a:solidFill>
              </a:defRPr>
            </a:lvl8pPr>
            <a:lvl9pPr lvl="8">
              <a:lnSpc>
                <a:spcPct val="115000"/>
              </a:lnSpc>
              <a:spcBef>
                <a:spcPts val="0"/>
              </a:spcBef>
              <a:spcAft>
                <a:spcPts val="0"/>
              </a:spcAft>
              <a:buNone/>
              <a:defRPr sz="3600">
                <a:solidFill>
                  <a:schemeClr val="accent3"/>
                </a:solidFill>
              </a:defRPr>
            </a:lvl9pPr>
          </a:lstStyle>
          <a:p/>
        </p:txBody>
      </p:sp>
      <p:sp>
        <p:nvSpPr>
          <p:cNvPr id="108" name="Google Shape;108;p4"/>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Alt 1">
  <p:cSld name="BLANK_1_1_1">
    <p:spTree>
      <p:nvGrpSpPr>
        <p:cNvPr id="109" name="Shape 109"/>
        <p:cNvGrpSpPr/>
        <p:nvPr/>
      </p:nvGrpSpPr>
      <p:grpSpPr>
        <a:xfrm>
          <a:off x="0" y="0"/>
          <a:ext cx="0" cy="0"/>
          <a:chOff x="0" y="0"/>
          <a:chExt cx="0" cy="0"/>
        </a:xfrm>
      </p:grpSpPr>
      <p:grpSp>
        <p:nvGrpSpPr>
          <p:cNvPr id="110" name="Google Shape;110;p5"/>
          <p:cNvGrpSpPr/>
          <p:nvPr/>
        </p:nvGrpSpPr>
        <p:grpSpPr>
          <a:xfrm>
            <a:off x="228600" y="2793625"/>
            <a:ext cx="2221200" cy="1481050"/>
            <a:chOff x="312900" y="2793625"/>
            <a:chExt cx="2221200" cy="1481050"/>
          </a:xfrm>
        </p:grpSpPr>
        <p:grpSp>
          <p:nvGrpSpPr>
            <p:cNvPr id="111" name="Google Shape;111;p5"/>
            <p:cNvGrpSpPr/>
            <p:nvPr/>
          </p:nvGrpSpPr>
          <p:grpSpPr>
            <a:xfrm>
              <a:off x="312900" y="2793625"/>
              <a:ext cx="1851000" cy="1481050"/>
              <a:chOff x="461225" y="3249175"/>
              <a:chExt cx="1851000" cy="1481050"/>
            </a:xfrm>
          </p:grpSpPr>
          <p:grpSp>
            <p:nvGrpSpPr>
              <p:cNvPr id="112" name="Google Shape;112;p5"/>
              <p:cNvGrpSpPr/>
              <p:nvPr/>
            </p:nvGrpSpPr>
            <p:grpSpPr>
              <a:xfrm>
                <a:off x="461225" y="3249175"/>
                <a:ext cx="1851000" cy="370200"/>
                <a:chOff x="461225" y="3249175"/>
                <a:chExt cx="1851000" cy="370200"/>
              </a:xfrm>
            </p:grpSpPr>
            <p:sp>
              <p:nvSpPr>
                <p:cNvPr id="113" name="Google Shape;113;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4" name="Google Shape;114;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5" name="Google Shape;115;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6" name="Google Shape;116;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7" name="Google Shape;117;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18" name="Google Shape;118;p5"/>
              <p:cNvGrpSpPr/>
              <p:nvPr/>
            </p:nvGrpSpPr>
            <p:grpSpPr>
              <a:xfrm>
                <a:off x="461225" y="3619500"/>
                <a:ext cx="1851000" cy="370200"/>
                <a:chOff x="461225" y="3249175"/>
                <a:chExt cx="1851000" cy="370200"/>
              </a:xfrm>
            </p:grpSpPr>
            <p:sp>
              <p:nvSpPr>
                <p:cNvPr id="119" name="Google Shape;119;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0" name="Google Shape;120;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1" name="Google Shape;121;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2" name="Google Shape;122;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3" name="Google Shape;123;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24" name="Google Shape;124;p5"/>
              <p:cNvGrpSpPr/>
              <p:nvPr/>
            </p:nvGrpSpPr>
            <p:grpSpPr>
              <a:xfrm>
                <a:off x="461225" y="3989700"/>
                <a:ext cx="1851000" cy="370200"/>
                <a:chOff x="461225" y="3249175"/>
                <a:chExt cx="1851000" cy="370200"/>
              </a:xfrm>
            </p:grpSpPr>
            <p:sp>
              <p:nvSpPr>
                <p:cNvPr id="125" name="Google Shape;125;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6" name="Google Shape;126;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7" name="Google Shape;127;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8" name="Google Shape;128;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9" name="Google Shape;129;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30" name="Google Shape;130;p5"/>
              <p:cNvGrpSpPr/>
              <p:nvPr/>
            </p:nvGrpSpPr>
            <p:grpSpPr>
              <a:xfrm>
                <a:off x="461225" y="4360025"/>
                <a:ext cx="1851000" cy="370200"/>
                <a:chOff x="461225" y="3249175"/>
                <a:chExt cx="1851000" cy="370200"/>
              </a:xfrm>
            </p:grpSpPr>
            <p:sp>
              <p:nvSpPr>
                <p:cNvPr id="131" name="Google Shape;131;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2" name="Google Shape;132;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3" name="Google Shape;133;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4" name="Google Shape;134;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5" name="Google Shape;135;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36" name="Google Shape;136;p5"/>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37" name="Google Shape;137;p5"/>
          <p:cNvGrpSpPr/>
          <p:nvPr/>
        </p:nvGrpSpPr>
        <p:grpSpPr>
          <a:xfrm>
            <a:off x="7663200" y="-725"/>
            <a:ext cx="1480800" cy="1396025"/>
            <a:chOff x="461225" y="3334200"/>
            <a:chExt cx="1480800" cy="1396025"/>
          </a:xfrm>
        </p:grpSpPr>
        <p:grpSp>
          <p:nvGrpSpPr>
            <p:cNvPr id="138" name="Google Shape;138;p5"/>
            <p:cNvGrpSpPr/>
            <p:nvPr/>
          </p:nvGrpSpPr>
          <p:grpSpPr>
            <a:xfrm>
              <a:off x="461225" y="3334200"/>
              <a:ext cx="1480800" cy="285300"/>
              <a:chOff x="461225" y="3334200"/>
              <a:chExt cx="1480800" cy="285300"/>
            </a:xfrm>
          </p:grpSpPr>
          <p:sp>
            <p:nvSpPr>
              <p:cNvPr id="139" name="Google Shape;139;p5"/>
              <p:cNvSpPr/>
              <p:nvPr/>
            </p:nvSpPr>
            <p:spPr>
              <a:xfrm>
                <a:off x="4612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0" name="Google Shape;140;p5"/>
              <p:cNvSpPr/>
              <p:nvPr/>
            </p:nvSpPr>
            <p:spPr>
              <a:xfrm>
                <a:off x="8314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1" name="Google Shape;141;p5"/>
              <p:cNvSpPr/>
              <p:nvPr/>
            </p:nvSpPr>
            <p:spPr>
              <a:xfrm>
                <a:off x="12016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2" name="Google Shape;142;p5"/>
              <p:cNvSpPr/>
              <p:nvPr/>
            </p:nvSpPr>
            <p:spPr>
              <a:xfrm>
                <a:off x="15718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43" name="Google Shape;143;p5"/>
            <p:cNvGrpSpPr/>
            <p:nvPr/>
          </p:nvGrpSpPr>
          <p:grpSpPr>
            <a:xfrm>
              <a:off x="461225" y="3619500"/>
              <a:ext cx="1480800" cy="370200"/>
              <a:chOff x="461225" y="3249175"/>
              <a:chExt cx="1480800" cy="370200"/>
            </a:xfrm>
          </p:grpSpPr>
          <p:sp>
            <p:nvSpPr>
              <p:cNvPr id="144" name="Google Shape;144;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5" name="Google Shape;145;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6" name="Google Shape;146;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7" name="Google Shape;147;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48" name="Google Shape;148;p5"/>
            <p:cNvGrpSpPr/>
            <p:nvPr/>
          </p:nvGrpSpPr>
          <p:grpSpPr>
            <a:xfrm>
              <a:off x="461225" y="3989700"/>
              <a:ext cx="1480800" cy="370200"/>
              <a:chOff x="461225" y="3249175"/>
              <a:chExt cx="1480800" cy="370200"/>
            </a:xfrm>
          </p:grpSpPr>
          <p:sp>
            <p:nvSpPr>
              <p:cNvPr id="149" name="Google Shape;149;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0" name="Google Shape;150;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1" name="Google Shape;151;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2" name="Google Shape;152;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53" name="Google Shape;153;p5"/>
            <p:cNvGrpSpPr/>
            <p:nvPr/>
          </p:nvGrpSpPr>
          <p:grpSpPr>
            <a:xfrm>
              <a:off x="461225" y="4360025"/>
              <a:ext cx="1480800" cy="370200"/>
              <a:chOff x="461225" y="3249175"/>
              <a:chExt cx="1480800" cy="370200"/>
            </a:xfrm>
          </p:grpSpPr>
          <p:sp>
            <p:nvSpPr>
              <p:cNvPr id="154" name="Google Shape;154;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5" name="Google Shape;155;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6" name="Google Shape;156;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7" name="Google Shape;157;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grpSp>
        <p:nvGrpSpPr>
          <p:cNvPr id="158" name="Google Shape;158;p5"/>
          <p:cNvGrpSpPr/>
          <p:nvPr/>
        </p:nvGrpSpPr>
        <p:grpSpPr>
          <a:xfrm>
            <a:off x="1843925" y="-725"/>
            <a:ext cx="7300075" cy="5144088"/>
            <a:chOff x="1870575" y="-635"/>
            <a:chExt cx="7300075" cy="5174097"/>
          </a:xfrm>
        </p:grpSpPr>
        <p:sp>
          <p:nvSpPr>
            <p:cNvPr id="159" name="Google Shape;159;p5"/>
            <p:cNvSpPr/>
            <p:nvPr/>
          </p:nvSpPr>
          <p:spPr>
            <a:xfrm>
              <a:off x="1870575" y="-635"/>
              <a:ext cx="7300075" cy="4989625"/>
            </a:xfrm>
            <a:custGeom>
              <a:rect b="b" l="l" r="r" t="t"/>
              <a:pathLst>
                <a:path extrusionOk="0" h="199585" w="292003">
                  <a:moveTo>
                    <a:pt x="76429" y="0"/>
                  </a:moveTo>
                  <a:lnTo>
                    <a:pt x="0" y="163603"/>
                  </a:lnTo>
                  <a:lnTo>
                    <a:pt x="250486" y="199585"/>
                  </a:lnTo>
                  <a:lnTo>
                    <a:pt x="292003" y="107785"/>
                  </a:lnTo>
                  <a:lnTo>
                    <a:pt x="292003" y="52891"/>
                  </a:lnTo>
                  <a:lnTo>
                    <a:pt x="234162" y="0"/>
                  </a:lnTo>
                  <a:close/>
                </a:path>
              </a:pathLst>
            </a:custGeom>
            <a:gradFill>
              <a:gsLst>
                <a:gs pos="0">
                  <a:schemeClr val="accent3"/>
                </a:gs>
                <a:gs pos="77000">
                  <a:schemeClr val="accent1"/>
                </a:gs>
                <a:gs pos="100000">
                  <a:schemeClr val="accent1"/>
                </a:gs>
              </a:gsLst>
              <a:lin ang="8099331" scaled="0"/>
            </a:gradFill>
            <a:ln>
              <a:noFill/>
            </a:ln>
          </p:spPr>
        </p:sp>
        <p:sp>
          <p:nvSpPr>
            <p:cNvPr id="160" name="Google Shape;160;p5"/>
            <p:cNvSpPr/>
            <p:nvPr/>
          </p:nvSpPr>
          <p:spPr>
            <a:xfrm>
              <a:off x="1870575" y="4089437"/>
              <a:ext cx="6285225" cy="1084025"/>
            </a:xfrm>
            <a:custGeom>
              <a:rect b="b" l="l" r="r" t="t"/>
              <a:pathLst>
                <a:path extrusionOk="0" h="43361" w="251409">
                  <a:moveTo>
                    <a:pt x="0" y="0"/>
                  </a:moveTo>
                  <a:lnTo>
                    <a:pt x="6458" y="43361"/>
                  </a:lnTo>
                  <a:lnTo>
                    <a:pt x="251409" y="43361"/>
                  </a:lnTo>
                  <a:lnTo>
                    <a:pt x="250494" y="35931"/>
                  </a:lnTo>
                  <a:close/>
                </a:path>
              </a:pathLst>
            </a:custGeom>
            <a:solidFill>
              <a:schemeClr val="accent5"/>
            </a:solidFill>
            <a:ln>
              <a:noFill/>
            </a:ln>
          </p:spPr>
        </p:sp>
      </p:grpSp>
      <p:sp>
        <p:nvSpPr>
          <p:cNvPr id="161" name="Google Shape;161;p5"/>
          <p:cNvSpPr txBox="1"/>
          <p:nvPr>
            <p:ph idx="1" type="body"/>
          </p:nvPr>
        </p:nvSpPr>
        <p:spPr>
          <a:xfrm>
            <a:off x="4631450" y="2170025"/>
            <a:ext cx="2896200" cy="18876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28600" lvl="2" marL="1371600">
              <a:lnSpc>
                <a:spcPct val="115000"/>
              </a:lnSpc>
              <a:spcBef>
                <a:spcPts val="800"/>
              </a:spcBef>
              <a:spcAft>
                <a:spcPts val="0"/>
              </a:spcAft>
              <a:buNone/>
              <a:defRPr sz="1000"/>
            </a:lvl3pPr>
            <a:lvl4pPr indent="-292100" lvl="3" marL="1828800">
              <a:lnSpc>
                <a:spcPct val="115000"/>
              </a:lnSpc>
              <a:spcBef>
                <a:spcPts val="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28600" lvl="8" marL="4114800">
              <a:lnSpc>
                <a:spcPct val="115000"/>
              </a:lnSpc>
              <a:spcBef>
                <a:spcPts val="800"/>
              </a:spcBef>
              <a:spcAft>
                <a:spcPts val="0"/>
              </a:spcAft>
              <a:buNone/>
              <a:defRPr sz="1000"/>
            </a:lvl9pPr>
          </a:lstStyle>
          <a:p/>
        </p:txBody>
      </p:sp>
      <p:sp>
        <p:nvSpPr>
          <p:cNvPr id="162" name="Google Shape;162;p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63" name="Google Shape;163;p5"/>
          <p:cNvSpPr txBox="1"/>
          <p:nvPr>
            <p:ph idx="2" type="body"/>
          </p:nvPr>
        </p:nvSpPr>
        <p:spPr>
          <a:xfrm>
            <a:off x="4631450" y="827575"/>
            <a:ext cx="2896200" cy="12003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164" name="Google Shape;164;p5"/>
          <p:cNvSpPr txBox="1"/>
          <p:nvPr>
            <p:ph idx="3" type="title"/>
          </p:nvPr>
        </p:nvSpPr>
        <p:spPr>
          <a:xfrm>
            <a:off x="115025" y="502775"/>
            <a:ext cx="39054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165" name="Google Shape;165;p5"/>
          <p:cNvSpPr txBox="1"/>
          <p:nvPr>
            <p:ph idx="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images">
  <p:cSld name="BLANK_1_1_1_1_2">
    <p:bg>
      <p:bgPr>
        <a:solidFill>
          <a:schemeClr val="lt1"/>
        </a:solidFill>
      </p:bgPr>
    </p:bg>
    <p:spTree>
      <p:nvGrpSpPr>
        <p:cNvPr id="166" name="Shape 166"/>
        <p:cNvGrpSpPr/>
        <p:nvPr/>
      </p:nvGrpSpPr>
      <p:grpSpPr>
        <a:xfrm>
          <a:off x="0" y="0"/>
          <a:ext cx="0" cy="0"/>
          <a:chOff x="0" y="0"/>
          <a:chExt cx="0" cy="0"/>
        </a:xfrm>
      </p:grpSpPr>
      <p:sp>
        <p:nvSpPr>
          <p:cNvPr id="167" name="Google Shape;167;p6"/>
          <p:cNvSpPr/>
          <p:nvPr/>
        </p:nvSpPr>
        <p:spPr>
          <a:xfrm flipH="1" rot="10800000">
            <a:off x="4482600" y="741600"/>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8" name="Google Shape;168;p6"/>
          <p:cNvSpPr/>
          <p:nvPr/>
        </p:nvSpPr>
        <p:spPr>
          <a:xfrm flipH="1" rot="10800000">
            <a:off x="4482600" y="1014475"/>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9" name="Google Shape;169;p6"/>
          <p:cNvSpPr/>
          <p:nvPr/>
        </p:nvSpPr>
        <p:spPr>
          <a:xfrm flipH="1" rot="10800000">
            <a:off x="4482600" y="1594038"/>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0" name="Google Shape;170;p6"/>
          <p:cNvSpPr/>
          <p:nvPr/>
        </p:nvSpPr>
        <p:spPr>
          <a:xfrm flipH="1" rot="10800000">
            <a:off x="4482600" y="1291263"/>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1" name="Google Shape;171;p6"/>
          <p:cNvSpPr txBox="1"/>
          <p:nvPr>
            <p:ph type="title"/>
          </p:nvPr>
        </p:nvSpPr>
        <p:spPr>
          <a:xfrm>
            <a:off x="91950" y="292050"/>
            <a:ext cx="4390500" cy="16035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None/>
              <a:defRPr sz="5500">
                <a:solidFill>
                  <a:schemeClr val="dk2"/>
                </a:solidFill>
              </a:defRPr>
            </a:lvl1pPr>
            <a:lvl2pPr lvl="1">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2pPr>
            <a:lvl3pPr lvl="2">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3pPr>
            <a:lvl4pPr lvl="3">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4pPr>
            <a:lvl5pPr lvl="4">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5pPr>
            <a:lvl6pPr lvl="5">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6pPr>
            <a:lvl7pPr lvl="6">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7pPr>
            <a:lvl8pPr lvl="7">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8pPr>
            <a:lvl9pPr lvl="8">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9pPr>
          </a:lstStyle>
          <a:p/>
        </p:txBody>
      </p:sp>
      <p:sp>
        <p:nvSpPr>
          <p:cNvPr id="172" name="Google Shape;172;p6"/>
          <p:cNvSpPr/>
          <p:nvPr>
            <p:ph idx="2" type="pic"/>
          </p:nvPr>
        </p:nvSpPr>
        <p:spPr>
          <a:xfrm>
            <a:off x="225300" y="3132125"/>
            <a:ext cx="1849800" cy="1770300"/>
          </a:xfrm>
          <a:prstGeom prst="rect">
            <a:avLst/>
          </a:prstGeom>
          <a:noFill/>
          <a:ln>
            <a:noFill/>
          </a:ln>
        </p:spPr>
      </p:sp>
      <p:sp>
        <p:nvSpPr>
          <p:cNvPr id="173" name="Google Shape;173;p6"/>
          <p:cNvSpPr/>
          <p:nvPr>
            <p:ph idx="3" type="pic"/>
          </p:nvPr>
        </p:nvSpPr>
        <p:spPr>
          <a:xfrm>
            <a:off x="5262525" y="228600"/>
            <a:ext cx="1865100" cy="1790100"/>
          </a:xfrm>
          <a:prstGeom prst="rect">
            <a:avLst/>
          </a:prstGeom>
          <a:noFill/>
          <a:ln>
            <a:noFill/>
          </a:ln>
        </p:spPr>
      </p:sp>
      <p:sp>
        <p:nvSpPr>
          <p:cNvPr id="174" name="Google Shape;174;p6"/>
          <p:cNvSpPr/>
          <p:nvPr>
            <p:ph idx="4" type="pic"/>
          </p:nvPr>
        </p:nvSpPr>
        <p:spPr>
          <a:xfrm>
            <a:off x="7281675" y="228600"/>
            <a:ext cx="1849800" cy="1790100"/>
          </a:xfrm>
          <a:prstGeom prst="rect">
            <a:avLst/>
          </a:prstGeom>
          <a:noFill/>
          <a:ln>
            <a:noFill/>
          </a:ln>
        </p:spPr>
      </p:sp>
      <p:sp>
        <p:nvSpPr>
          <p:cNvPr id="175" name="Google Shape;175;p6"/>
          <p:cNvSpPr txBox="1"/>
          <p:nvPr>
            <p:ph idx="1" type="subTitle"/>
          </p:nvPr>
        </p:nvSpPr>
        <p:spPr>
          <a:xfrm>
            <a:off x="526252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176" name="Google Shape;176;p6"/>
          <p:cNvSpPr txBox="1"/>
          <p:nvPr>
            <p:ph idx="5" type="subTitle"/>
          </p:nvPr>
        </p:nvSpPr>
        <p:spPr>
          <a:xfrm>
            <a:off x="728167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177" name="Google Shape;177;p6"/>
          <p:cNvSpPr txBox="1"/>
          <p:nvPr>
            <p:ph idx="6"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178" name="Google Shape;178;p6"/>
          <p:cNvSpPr txBox="1"/>
          <p:nvPr>
            <p:ph idx="7" type="title"/>
          </p:nvPr>
        </p:nvSpPr>
        <p:spPr>
          <a:xfrm>
            <a:off x="7420225" y="4723025"/>
            <a:ext cx="1583400" cy="189300"/>
          </a:xfrm>
          <a:prstGeom prst="rect">
            <a:avLst/>
          </a:prstGeom>
        </p:spPr>
        <p:txBody>
          <a:bodyPr anchorCtr="0" anchor="b" bIns="0" lIns="182875" spcFirstLastPara="1" rIns="91425" wrap="square" tIns="91425">
            <a:noAutofit/>
          </a:bodyPr>
          <a:lstStyle>
            <a:lvl1pPr lvl="0" algn="r">
              <a:spcBef>
                <a:spcPts val="0"/>
              </a:spcBef>
              <a:spcAft>
                <a:spcPts val="0"/>
              </a:spcAft>
              <a:buNone/>
              <a:defRPr sz="900">
                <a:solidFill>
                  <a:schemeClr val="dk2"/>
                </a:solidFill>
                <a:latin typeface="Sora"/>
                <a:ea typeface="Sora"/>
                <a:cs typeface="Sora"/>
                <a:sym typeface="Sora"/>
              </a:defRPr>
            </a:lvl1pPr>
            <a:lvl2pPr lvl="1"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
        <p:nvSpPr>
          <p:cNvPr id="179" name="Google Shape;179;p6"/>
          <p:cNvSpPr txBox="1"/>
          <p:nvPr>
            <p:ph idx="8" type="subTitle"/>
          </p:nvPr>
        </p:nvSpPr>
        <p:spPr>
          <a:xfrm>
            <a:off x="2216381" y="3132125"/>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180" name="Google Shape;180;p6"/>
          <p:cNvGrpSpPr/>
          <p:nvPr/>
        </p:nvGrpSpPr>
        <p:grpSpPr>
          <a:xfrm>
            <a:off x="4308382" y="2704009"/>
            <a:ext cx="4833127" cy="2437045"/>
            <a:chOff x="4308382" y="2704009"/>
            <a:chExt cx="4833127" cy="2437045"/>
          </a:xfrm>
        </p:grpSpPr>
        <p:sp>
          <p:nvSpPr>
            <p:cNvPr id="181" name="Google Shape;181;p6"/>
            <p:cNvSpPr/>
            <p:nvPr/>
          </p:nvSpPr>
          <p:spPr>
            <a:xfrm>
              <a:off x="4308382" y="4487840"/>
              <a:ext cx="4833127" cy="653214"/>
            </a:xfrm>
            <a:custGeom>
              <a:rect b="b" l="l" r="r" t="t"/>
              <a:pathLst>
                <a:path extrusionOk="0" h="12128" w="89735">
                  <a:moveTo>
                    <a:pt x="6834" y="1"/>
                  </a:moveTo>
                  <a:lnTo>
                    <a:pt x="6030" y="336"/>
                  </a:lnTo>
                  <a:lnTo>
                    <a:pt x="5271" y="671"/>
                  </a:lnTo>
                  <a:lnTo>
                    <a:pt x="4556" y="1006"/>
                  </a:lnTo>
                  <a:lnTo>
                    <a:pt x="3887" y="1363"/>
                  </a:lnTo>
                  <a:lnTo>
                    <a:pt x="3284" y="1720"/>
                  </a:lnTo>
                  <a:lnTo>
                    <a:pt x="2703" y="2078"/>
                  </a:lnTo>
                  <a:lnTo>
                    <a:pt x="2212" y="2457"/>
                  </a:lnTo>
                  <a:lnTo>
                    <a:pt x="1743" y="2815"/>
                  </a:lnTo>
                  <a:lnTo>
                    <a:pt x="1341" y="3194"/>
                  </a:lnTo>
                  <a:lnTo>
                    <a:pt x="983" y="3574"/>
                  </a:lnTo>
                  <a:lnTo>
                    <a:pt x="693" y="3954"/>
                  </a:lnTo>
                  <a:lnTo>
                    <a:pt x="447" y="4333"/>
                  </a:lnTo>
                  <a:lnTo>
                    <a:pt x="246" y="4713"/>
                  </a:lnTo>
                  <a:lnTo>
                    <a:pt x="112" y="5093"/>
                  </a:lnTo>
                  <a:lnTo>
                    <a:pt x="68" y="5294"/>
                  </a:lnTo>
                  <a:lnTo>
                    <a:pt x="45" y="5495"/>
                  </a:lnTo>
                  <a:lnTo>
                    <a:pt x="23" y="5673"/>
                  </a:lnTo>
                  <a:lnTo>
                    <a:pt x="1" y="5874"/>
                  </a:lnTo>
                  <a:lnTo>
                    <a:pt x="23" y="6098"/>
                  </a:lnTo>
                  <a:lnTo>
                    <a:pt x="45" y="6299"/>
                  </a:lnTo>
                  <a:lnTo>
                    <a:pt x="90" y="6500"/>
                  </a:lnTo>
                  <a:lnTo>
                    <a:pt x="135" y="6723"/>
                  </a:lnTo>
                  <a:lnTo>
                    <a:pt x="202" y="6924"/>
                  </a:lnTo>
                  <a:lnTo>
                    <a:pt x="291" y="7125"/>
                  </a:lnTo>
                  <a:lnTo>
                    <a:pt x="403" y="7326"/>
                  </a:lnTo>
                  <a:lnTo>
                    <a:pt x="514" y="7527"/>
                  </a:lnTo>
                  <a:lnTo>
                    <a:pt x="782" y="7951"/>
                  </a:lnTo>
                  <a:lnTo>
                    <a:pt x="1140" y="8353"/>
                  </a:lnTo>
                  <a:lnTo>
                    <a:pt x="1542" y="8755"/>
                  </a:lnTo>
                  <a:lnTo>
                    <a:pt x="2011" y="9157"/>
                  </a:lnTo>
                  <a:lnTo>
                    <a:pt x="2524" y="9537"/>
                  </a:lnTo>
                  <a:lnTo>
                    <a:pt x="3105" y="9939"/>
                  </a:lnTo>
                  <a:lnTo>
                    <a:pt x="3753" y="10319"/>
                  </a:lnTo>
                  <a:lnTo>
                    <a:pt x="4445" y="10698"/>
                  </a:lnTo>
                  <a:lnTo>
                    <a:pt x="5204" y="11056"/>
                  </a:lnTo>
                  <a:lnTo>
                    <a:pt x="6030" y="11435"/>
                  </a:lnTo>
                  <a:lnTo>
                    <a:pt x="6901" y="11793"/>
                  </a:lnTo>
                  <a:lnTo>
                    <a:pt x="7839" y="12128"/>
                  </a:lnTo>
                  <a:lnTo>
                    <a:pt x="84799" y="12128"/>
                  </a:lnTo>
                  <a:lnTo>
                    <a:pt x="89734" y="9783"/>
                  </a:lnTo>
                  <a:lnTo>
                    <a:pt x="89734" y="1966"/>
                  </a:lnTo>
                  <a:lnTo>
                    <a:pt x="89310" y="1698"/>
                  </a:lnTo>
                  <a:lnTo>
                    <a:pt x="88886" y="1452"/>
                  </a:lnTo>
                  <a:lnTo>
                    <a:pt x="88439" y="1207"/>
                  </a:lnTo>
                  <a:lnTo>
                    <a:pt x="87948" y="961"/>
                  </a:lnTo>
                  <a:lnTo>
                    <a:pt x="86920" y="470"/>
                  </a:lnTo>
                  <a:lnTo>
                    <a:pt x="85781" y="1"/>
                  </a:lnTo>
                  <a:lnTo>
                    <a:pt x="84977" y="314"/>
                  </a:lnTo>
                  <a:lnTo>
                    <a:pt x="84106" y="604"/>
                  </a:lnTo>
                  <a:lnTo>
                    <a:pt x="83235" y="917"/>
                  </a:lnTo>
                  <a:lnTo>
                    <a:pt x="82297" y="1185"/>
                  </a:lnTo>
                  <a:lnTo>
                    <a:pt x="81359" y="1475"/>
                  </a:lnTo>
                  <a:lnTo>
                    <a:pt x="80355" y="1743"/>
                  </a:lnTo>
                  <a:lnTo>
                    <a:pt x="79350" y="2011"/>
                  </a:lnTo>
                  <a:lnTo>
                    <a:pt x="78300" y="2256"/>
                  </a:lnTo>
                  <a:lnTo>
                    <a:pt x="77228" y="2502"/>
                  </a:lnTo>
                  <a:lnTo>
                    <a:pt x="76111" y="2725"/>
                  </a:lnTo>
                  <a:lnTo>
                    <a:pt x="74972" y="2971"/>
                  </a:lnTo>
                  <a:lnTo>
                    <a:pt x="73811" y="3172"/>
                  </a:lnTo>
                  <a:lnTo>
                    <a:pt x="72627" y="3395"/>
                  </a:lnTo>
                  <a:lnTo>
                    <a:pt x="71421" y="3574"/>
                  </a:lnTo>
                  <a:lnTo>
                    <a:pt x="68920" y="3954"/>
                  </a:lnTo>
                  <a:lnTo>
                    <a:pt x="66329" y="4266"/>
                  </a:lnTo>
                  <a:lnTo>
                    <a:pt x="63672" y="4557"/>
                  </a:lnTo>
                  <a:lnTo>
                    <a:pt x="60925" y="4802"/>
                  </a:lnTo>
                  <a:lnTo>
                    <a:pt x="58111" y="5003"/>
                  </a:lnTo>
                  <a:lnTo>
                    <a:pt x="55230" y="5160"/>
                  </a:lnTo>
                  <a:lnTo>
                    <a:pt x="52304" y="5271"/>
                  </a:lnTo>
                  <a:lnTo>
                    <a:pt x="49334" y="5361"/>
                  </a:lnTo>
                  <a:lnTo>
                    <a:pt x="46319" y="5383"/>
                  </a:lnTo>
                  <a:lnTo>
                    <a:pt x="43282" y="5361"/>
                  </a:lnTo>
                  <a:lnTo>
                    <a:pt x="40312" y="5271"/>
                  </a:lnTo>
                  <a:lnTo>
                    <a:pt x="37386" y="5160"/>
                  </a:lnTo>
                  <a:lnTo>
                    <a:pt x="34505" y="5003"/>
                  </a:lnTo>
                  <a:lnTo>
                    <a:pt x="31691" y="4802"/>
                  </a:lnTo>
                  <a:lnTo>
                    <a:pt x="28944" y="4557"/>
                  </a:lnTo>
                  <a:lnTo>
                    <a:pt x="26286" y="4266"/>
                  </a:lnTo>
                  <a:lnTo>
                    <a:pt x="23696" y="3954"/>
                  </a:lnTo>
                  <a:lnTo>
                    <a:pt x="21195" y="3574"/>
                  </a:lnTo>
                  <a:lnTo>
                    <a:pt x="19989" y="3395"/>
                  </a:lnTo>
                  <a:lnTo>
                    <a:pt x="18805" y="3172"/>
                  </a:lnTo>
                  <a:lnTo>
                    <a:pt x="17644" y="2971"/>
                  </a:lnTo>
                  <a:lnTo>
                    <a:pt x="16505" y="2725"/>
                  </a:lnTo>
                  <a:lnTo>
                    <a:pt x="15410" y="2502"/>
                  </a:lnTo>
                  <a:lnTo>
                    <a:pt x="14316" y="2256"/>
                  </a:lnTo>
                  <a:lnTo>
                    <a:pt x="13266" y="2011"/>
                  </a:lnTo>
                  <a:lnTo>
                    <a:pt x="12261" y="1743"/>
                  </a:lnTo>
                  <a:lnTo>
                    <a:pt x="11279" y="1475"/>
                  </a:lnTo>
                  <a:lnTo>
                    <a:pt x="10318" y="1185"/>
                  </a:lnTo>
                  <a:lnTo>
                    <a:pt x="9403" y="917"/>
                  </a:lnTo>
                  <a:lnTo>
                    <a:pt x="8509" y="604"/>
                  </a:lnTo>
                  <a:lnTo>
                    <a:pt x="7661" y="314"/>
                  </a:lnTo>
                  <a:lnTo>
                    <a:pt x="6834" y="1"/>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2" name="Google Shape;182;p6"/>
            <p:cNvSpPr/>
            <p:nvPr/>
          </p:nvSpPr>
          <p:spPr>
            <a:xfrm>
              <a:off x="4308382" y="3740892"/>
              <a:ext cx="4833127" cy="741006"/>
            </a:xfrm>
            <a:custGeom>
              <a:rect b="b" l="l" r="r" t="t"/>
              <a:pathLst>
                <a:path extrusionOk="0" h="13758" w="89735">
                  <a:moveTo>
                    <a:pt x="13289" y="0"/>
                  </a:moveTo>
                  <a:lnTo>
                    <a:pt x="11725" y="402"/>
                  </a:lnTo>
                  <a:lnTo>
                    <a:pt x="10251" y="826"/>
                  </a:lnTo>
                  <a:lnTo>
                    <a:pt x="8889" y="1251"/>
                  </a:lnTo>
                  <a:lnTo>
                    <a:pt x="7594" y="1697"/>
                  </a:lnTo>
                  <a:lnTo>
                    <a:pt x="6410" y="2166"/>
                  </a:lnTo>
                  <a:lnTo>
                    <a:pt x="5316" y="2635"/>
                  </a:lnTo>
                  <a:lnTo>
                    <a:pt x="4333" y="3127"/>
                  </a:lnTo>
                  <a:lnTo>
                    <a:pt x="3864" y="3372"/>
                  </a:lnTo>
                  <a:lnTo>
                    <a:pt x="3440" y="3618"/>
                  </a:lnTo>
                  <a:lnTo>
                    <a:pt x="3038" y="3886"/>
                  </a:lnTo>
                  <a:lnTo>
                    <a:pt x="2636" y="4132"/>
                  </a:lnTo>
                  <a:lnTo>
                    <a:pt x="2279" y="4377"/>
                  </a:lnTo>
                  <a:lnTo>
                    <a:pt x="1944" y="4645"/>
                  </a:lnTo>
                  <a:lnTo>
                    <a:pt x="1653" y="4913"/>
                  </a:lnTo>
                  <a:lnTo>
                    <a:pt x="1363" y="5159"/>
                  </a:lnTo>
                  <a:lnTo>
                    <a:pt x="1117" y="5427"/>
                  </a:lnTo>
                  <a:lnTo>
                    <a:pt x="872" y="5695"/>
                  </a:lnTo>
                  <a:lnTo>
                    <a:pt x="671" y="5963"/>
                  </a:lnTo>
                  <a:lnTo>
                    <a:pt x="492" y="6231"/>
                  </a:lnTo>
                  <a:lnTo>
                    <a:pt x="358" y="6499"/>
                  </a:lnTo>
                  <a:lnTo>
                    <a:pt x="224" y="6789"/>
                  </a:lnTo>
                  <a:lnTo>
                    <a:pt x="135" y="7057"/>
                  </a:lnTo>
                  <a:lnTo>
                    <a:pt x="68" y="7325"/>
                  </a:lnTo>
                  <a:lnTo>
                    <a:pt x="23" y="7616"/>
                  </a:lnTo>
                  <a:lnTo>
                    <a:pt x="1" y="7884"/>
                  </a:lnTo>
                  <a:lnTo>
                    <a:pt x="23" y="8085"/>
                  </a:lnTo>
                  <a:lnTo>
                    <a:pt x="45" y="8263"/>
                  </a:lnTo>
                  <a:lnTo>
                    <a:pt x="68" y="8464"/>
                  </a:lnTo>
                  <a:lnTo>
                    <a:pt x="112" y="8665"/>
                  </a:lnTo>
                  <a:lnTo>
                    <a:pt x="246" y="9045"/>
                  </a:lnTo>
                  <a:lnTo>
                    <a:pt x="447" y="9425"/>
                  </a:lnTo>
                  <a:lnTo>
                    <a:pt x="693" y="9804"/>
                  </a:lnTo>
                  <a:lnTo>
                    <a:pt x="983" y="10184"/>
                  </a:lnTo>
                  <a:lnTo>
                    <a:pt x="1341" y="10564"/>
                  </a:lnTo>
                  <a:lnTo>
                    <a:pt x="1743" y="10943"/>
                  </a:lnTo>
                  <a:lnTo>
                    <a:pt x="2212" y="11301"/>
                  </a:lnTo>
                  <a:lnTo>
                    <a:pt x="2703" y="11680"/>
                  </a:lnTo>
                  <a:lnTo>
                    <a:pt x="3284" y="12038"/>
                  </a:lnTo>
                  <a:lnTo>
                    <a:pt x="3887" y="12395"/>
                  </a:lnTo>
                  <a:lnTo>
                    <a:pt x="4556" y="12752"/>
                  </a:lnTo>
                  <a:lnTo>
                    <a:pt x="5271" y="13087"/>
                  </a:lnTo>
                  <a:lnTo>
                    <a:pt x="6030" y="13422"/>
                  </a:lnTo>
                  <a:lnTo>
                    <a:pt x="6834" y="13757"/>
                  </a:lnTo>
                  <a:lnTo>
                    <a:pt x="7661" y="13445"/>
                  </a:lnTo>
                  <a:lnTo>
                    <a:pt x="8509" y="13154"/>
                  </a:lnTo>
                  <a:lnTo>
                    <a:pt x="9403" y="12864"/>
                  </a:lnTo>
                  <a:lnTo>
                    <a:pt x="10318" y="12574"/>
                  </a:lnTo>
                  <a:lnTo>
                    <a:pt x="11279" y="12283"/>
                  </a:lnTo>
                  <a:lnTo>
                    <a:pt x="12261" y="12015"/>
                  </a:lnTo>
                  <a:lnTo>
                    <a:pt x="13266" y="11747"/>
                  </a:lnTo>
                  <a:lnTo>
                    <a:pt x="14316" y="11502"/>
                  </a:lnTo>
                  <a:lnTo>
                    <a:pt x="15410" y="11256"/>
                  </a:lnTo>
                  <a:lnTo>
                    <a:pt x="16505" y="11033"/>
                  </a:lnTo>
                  <a:lnTo>
                    <a:pt x="17644" y="10809"/>
                  </a:lnTo>
                  <a:lnTo>
                    <a:pt x="18805" y="10586"/>
                  </a:lnTo>
                  <a:lnTo>
                    <a:pt x="19989" y="10385"/>
                  </a:lnTo>
                  <a:lnTo>
                    <a:pt x="21195" y="10184"/>
                  </a:lnTo>
                  <a:lnTo>
                    <a:pt x="23696" y="9804"/>
                  </a:lnTo>
                  <a:lnTo>
                    <a:pt x="26286" y="9492"/>
                  </a:lnTo>
                  <a:lnTo>
                    <a:pt x="28944" y="9201"/>
                  </a:lnTo>
                  <a:lnTo>
                    <a:pt x="31691" y="8956"/>
                  </a:lnTo>
                  <a:lnTo>
                    <a:pt x="34505" y="8755"/>
                  </a:lnTo>
                  <a:lnTo>
                    <a:pt x="37386" y="8598"/>
                  </a:lnTo>
                  <a:lnTo>
                    <a:pt x="40312" y="8487"/>
                  </a:lnTo>
                  <a:lnTo>
                    <a:pt x="43282" y="8420"/>
                  </a:lnTo>
                  <a:lnTo>
                    <a:pt x="46319" y="8397"/>
                  </a:lnTo>
                  <a:lnTo>
                    <a:pt x="49334" y="8420"/>
                  </a:lnTo>
                  <a:lnTo>
                    <a:pt x="52304" y="8487"/>
                  </a:lnTo>
                  <a:lnTo>
                    <a:pt x="55230" y="8598"/>
                  </a:lnTo>
                  <a:lnTo>
                    <a:pt x="58111" y="8755"/>
                  </a:lnTo>
                  <a:lnTo>
                    <a:pt x="60925" y="8956"/>
                  </a:lnTo>
                  <a:lnTo>
                    <a:pt x="63672" y="9201"/>
                  </a:lnTo>
                  <a:lnTo>
                    <a:pt x="66329" y="9492"/>
                  </a:lnTo>
                  <a:lnTo>
                    <a:pt x="68920" y="9804"/>
                  </a:lnTo>
                  <a:lnTo>
                    <a:pt x="71421" y="10184"/>
                  </a:lnTo>
                  <a:lnTo>
                    <a:pt x="72627" y="10385"/>
                  </a:lnTo>
                  <a:lnTo>
                    <a:pt x="73811" y="10586"/>
                  </a:lnTo>
                  <a:lnTo>
                    <a:pt x="74972" y="10809"/>
                  </a:lnTo>
                  <a:lnTo>
                    <a:pt x="76111" y="11033"/>
                  </a:lnTo>
                  <a:lnTo>
                    <a:pt x="77228" y="11256"/>
                  </a:lnTo>
                  <a:lnTo>
                    <a:pt x="78300" y="11502"/>
                  </a:lnTo>
                  <a:lnTo>
                    <a:pt x="79350" y="11747"/>
                  </a:lnTo>
                  <a:lnTo>
                    <a:pt x="80355" y="12015"/>
                  </a:lnTo>
                  <a:lnTo>
                    <a:pt x="81359" y="12283"/>
                  </a:lnTo>
                  <a:lnTo>
                    <a:pt x="82297" y="12574"/>
                  </a:lnTo>
                  <a:lnTo>
                    <a:pt x="83235" y="12864"/>
                  </a:lnTo>
                  <a:lnTo>
                    <a:pt x="84106" y="13154"/>
                  </a:lnTo>
                  <a:lnTo>
                    <a:pt x="84977" y="13445"/>
                  </a:lnTo>
                  <a:lnTo>
                    <a:pt x="85781" y="13757"/>
                  </a:lnTo>
                  <a:lnTo>
                    <a:pt x="86920" y="13288"/>
                  </a:lnTo>
                  <a:lnTo>
                    <a:pt x="87948" y="12797"/>
                  </a:lnTo>
                  <a:lnTo>
                    <a:pt x="88439" y="12551"/>
                  </a:lnTo>
                  <a:lnTo>
                    <a:pt x="88886" y="12306"/>
                  </a:lnTo>
                  <a:lnTo>
                    <a:pt x="89310" y="12060"/>
                  </a:lnTo>
                  <a:lnTo>
                    <a:pt x="89734" y="11792"/>
                  </a:lnTo>
                  <a:lnTo>
                    <a:pt x="89734" y="3975"/>
                  </a:lnTo>
                  <a:lnTo>
                    <a:pt x="89288" y="3685"/>
                  </a:lnTo>
                  <a:lnTo>
                    <a:pt x="88819" y="3417"/>
                  </a:lnTo>
                  <a:lnTo>
                    <a:pt x="88305" y="3149"/>
                  </a:lnTo>
                  <a:lnTo>
                    <a:pt x="87791" y="2881"/>
                  </a:lnTo>
                  <a:lnTo>
                    <a:pt x="87233" y="2613"/>
                  </a:lnTo>
                  <a:lnTo>
                    <a:pt x="86652" y="2367"/>
                  </a:lnTo>
                  <a:lnTo>
                    <a:pt x="86049" y="2099"/>
                  </a:lnTo>
                  <a:lnTo>
                    <a:pt x="85402" y="1854"/>
                  </a:lnTo>
                  <a:lnTo>
                    <a:pt x="84039" y="1362"/>
                  </a:lnTo>
                  <a:lnTo>
                    <a:pt x="82588" y="893"/>
                  </a:lnTo>
                  <a:lnTo>
                    <a:pt x="81002" y="424"/>
                  </a:lnTo>
                  <a:lnTo>
                    <a:pt x="79327" y="0"/>
                  </a:lnTo>
                  <a:lnTo>
                    <a:pt x="77652" y="380"/>
                  </a:lnTo>
                  <a:lnTo>
                    <a:pt x="75910" y="759"/>
                  </a:lnTo>
                  <a:lnTo>
                    <a:pt x="74101" y="1117"/>
                  </a:lnTo>
                  <a:lnTo>
                    <a:pt x="72225" y="1429"/>
                  </a:lnTo>
                  <a:lnTo>
                    <a:pt x="70305" y="1742"/>
                  </a:lnTo>
                  <a:lnTo>
                    <a:pt x="68317" y="2010"/>
                  </a:lnTo>
                  <a:lnTo>
                    <a:pt x="66307" y="2278"/>
                  </a:lnTo>
                  <a:lnTo>
                    <a:pt x="64230" y="2501"/>
                  </a:lnTo>
                  <a:lnTo>
                    <a:pt x="62108" y="2702"/>
                  </a:lnTo>
                  <a:lnTo>
                    <a:pt x="59942" y="2881"/>
                  </a:lnTo>
                  <a:lnTo>
                    <a:pt x="57754" y="3015"/>
                  </a:lnTo>
                  <a:lnTo>
                    <a:pt x="55520" y="3149"/>
                  </a:lnTo>
                  <a:lnTo>
                    <a:pt x="53242" y="3238"/>
                  </a:lnTo>
                  <a:lnTo>
                    <a:pt x="50964" y="3305"/>
                  </a:lnTo>
                  <a:lnTo>
                    <a:pt x="48642" y="3350"/>
                  </a:lnTo>
                  <a:lnTo>
                    <a:pt x="46319" y="3372"/>
                  </a:lnTo>
                  <a:lnTo>
                    <a:pt x="43974" y="3350"/>
                  </a:lnTo>
                  <a:lnTo>
                    <a:pt x="41652" y="3305"/>
                  </a:lnTo>
                  <a:lnTo>
                    <a:pt x="39374" y="3238"/>
                  </a:lnTo>
                  <a:lnTo>
                    <a:pt x="37096" y="3149"/>
                  </a:lnTo>
                  <a:lnTo>
                    <a:pt x="34885" y="3015"/>
                  </a:lnTo>
                  <a:lnTo>
                    <a:pt x="32674" y="2881"/>
                  </a:lnTo>
                  <a:lnTo>
                    <a:pt x="30507" y="2702"/>
                  </a:lnTo>
                  <a:lnTo>
                    <a:pt x="28408" y="2501"/>
                  </a:lnTo>
                  <a:lnTo>
                    <a:pt x="26331" y="2278"/>
                  </a:lnTo>
                  <a:lnTo>
                    <a:pt x="24299" y="2010"/>
                  </a:lnTo>
                  <a:lnTo>
                    <a:pt x="22311" y="1742"/>
                  </a:lnTo>
                  <a:lnTo>
                    <a:pt x="20391" y="1429"/>
                  </a:lnTo>
                  <a:lnTo>
                    <a:pt x="18515" y="1117"/>
                  </a:lnTo>
                  <a:lnTo>
                    <a:pt x="16706" y="759"/>
                  </a:lnTo>
                  <a:lnTo>
                    <a:pt x="14964" y="380"/>
                  </a:lnTo>
                  <a:lnTo>
                    <a:pt x="13289"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3" name="Google Shape;183;p6"/>
            <p:cNvSpPr/>
            <p:nvPr/>
          </p:nvSpPr>
          <p:spPr>
            <a:xfrm>
              <a:off x="4308382" y="2704009"/>
              <a:ext cx="4833127" cy="1032065"/>
            </a:xfrm>
            <a:custGeom>
              <a:rect b="b" l="l" r="r" t="t"/>
              <a:pathLst>
                <a:path extrusionOk="0" h="19162" w="89735">
                  <a:moveTo>
                    <a:pt x="43929" y="0"/>
                  </a:moveTo>
                  <a:lnTo>
                    <a:pt x="41585" y="45"/>
                  </a:lnTo>
                  <a:lnTo>
                    <a:pt x="39262" y="134"/>
                  </a:lnTo>
                  <a:lnTo>
                    <a:pt x="36984" y="224"/>
                  </a:lnTo>
                  <a:lnTo>
                    <a:pt x="34751" y="358"/>
                  </a:lnTo>
                  <a:lnTo>
                    <a:pt x="32562" y="492"/>
                  </a:lnTo>
                  <a:lnTo>
                    <a:pt x="30396" y="670"/>
                  </a:lnTo>
                  <a:lnTo>
                    <a:pt x="28296" y="871"/>
                  </a:lnTo>
                  <a:lnTo>
                    <a:pt x="26264" y="1117"/>
                  </a:lnTo>
                  <a:lnTo>
                    <a:pt x="24254" y="1363"/>
                  </a:lnTo>
                  <a:lnTo>
                    <a:pt x="22311" y="1631"/>
                  </a:lnTo>
                  <a:lnTo>
                    <a:pt x="20435" y="1921"/>
                  </a:lnTo>
                  <a:lnTo>
                    <a:pt x="18626" y="2233"/>
                  </a:lnTo>
                  <a:lnTo>
                    <a:pt x="16884" y="2568"/>
                  </a:lnTo>
                  <a:lnTo>
                    <a:pt x="15187" y="2926"/>
                  </a:lnTo>
                  <a:lnTo>
                    <a:pt x="13579" y="3305"/>
                  </a:lnTo>
                  <a:lnTo>
                    <a:pt x="12060" y="3685"/>
                  </a:lnTo>
                  <a:lnTo>
                    <a:pt x="10586" y="4087"/>
                  </a:lnTo>
                  <a:lnTo>
                    <a:pt x="9224" y="4534"/>
                  </a:lnTo>
                  <a:lnTo>
                    <a:pt x="7929" y="4958"/>
                  </a:lnTo>
                  <a:lnTo>
                    <a:pt x="6723" y="5427"/>
                  </a:lnTo>
                  <a:lnTo>
                    <a:pt x="5606" y="5896"/>
                  </a:lnTo>
                  <a:lnTo>
                    <a:pt x="4579" y="6387"/>
                  </a:lnTo>
                  <a:lnTo>
                    <a:pt x="4110" y="6633"/>
                  </a:lnTo>
                  <a:lnTo>
                    <a:pt x="3663" y="6879"/>
                  </a:lnTo>
                  <a:lnTo>
                    <a:pt x="3217" y="7124"/>
                  </a:lnTo>
                  <a:lnTo>
                    <a:pt x="2815" y="7392"/>
                  </a:lnTo>
                  <a:lnTo>
                    <a:pt x="2435" y="7660"/>
                  </a:lnTo>
                  <a:lnTo>
                    <a:pt x="2100" y="7906"/>
                  </a:lnTo>
                  <a:lnTo>
                    <a:pt x="1765" y="8174"/>
                  </a:lnTo>
                  <a:lnTo>
                    <a:pt x="1475" y="8442"/>
                  </a:lnTo>
                  <a:lnTo>
                    <a:pt x="1207" y="8710"/>
                  </a:lnTo>
                  <a:lnTo>
                    <a:pt x="961" y="9000"/>
                  </a:lnTo>
                  <a:lnTo>
                    <a:pt x="738" y="9268"/>
                  </a:lnTo>
                  <a:lnTo>
                    <a:pt x="537" y="9559"/>
                  </a:lnTo>
                  <a:lnTo>
                    <a:pt x="380" y="9827"/>
                  </a:lnTo>
                  <a:lnTo>
                    <a:pt x="246" y="10117"/>
                  </a:lnTo>
                  <a:lnTo>
                    <a:pt x="135" y="10385"/>
                  </a:lnTo>
                  <a:lnTo>
                    <a:pt x="68" y="10675"/>
                  </a:lnTo>
                  <a:lnTo>
                    <a:pt x="23" y="10966"/>
                  </a:lnTo>
                  <a:lnTo>
                    <a:pt x="1" y="11256"/>
                  </a:lnTo>
                  <a:lnTo>
                    <a:pt x="23" y="11546"/>
                  </a:lnTo>
                  <a:lnTo>
                    <a:pt x="68" y="11814"/>
                  </a:lnTo>
                  <a:lnTo>
                    <a:pt x="135" y="12082"/>
                  </a:lnTo>
                  <a:lnTo>
                    <a:pt x="224" y="12373"/>
                  </a:lnTo>
                  <a:lnTo>
                    <a:pt x="358" y="12641"/>
                  </a:lnTo>
                  <a:lnTo>
                    <a:pt x="492" y="12909"/>
                  </a:lnTo>
                  <a:lnTo>
                    <a:pt x="671" y="13177"/>
                  </a:lnTo>
                  <a:lnTo>
                    <a:pt x="872" y="13445"/>
                  </a:lnTo>
                  <a:lnTo>
                    <a:pt x="1117" y="13713"/>
                  </a:lnTo>
                  <a:lnTo>
                    <a:pt x="1363" y="13981"/>
                  </a:lnTo>
                  <a:lnTo>
                    <a:pt x="1653" y="14249"/>
                  </a:lnTo>
                  <a:lnTo>
                    <a:pt x="1944" y="14494"/>
                  </a:lnTo>
                  <a:lnTo>
                    <a:pt x="2279" y="14762"/>
                  </a:lnTo>
                  <a:lnTo>
                    <a:pt x="2636" y="15008"/>
                  </a:lnTo>
                  <a:lnTo>
                    <a:pt x="3038" y="15276"/>
                  </a:lnTo>
                  <a:lnTo>
                    <a:pt x="3440" y="15522"/>
                  </a:lnTo>
                  <a:lnTo>
                    <a:pt x="3864" y="15767"/>
                  </a:lnTo>
                  <a:lnTo>
                    <a:pt x="4333" y="16013"/>
                  </a:lnTo>
                  <a:lnTo>
                    <a:pt x="5316" y="16504"/>
                  </a:lnTo>
                  <a:lnTo>
                    <a:pt x="6410" y="16973"/>
                  </a:lnTo>
                  <a:lnTo>
                    <a:pt x="7594" y="17442"/>
                  </a:lnTo>
                  <a:lnTo>
                    <a:pt x="8889" y="17889"/>
                  </a:lnTo>
                  <a:lnTo>
                    <a:pt x="10251" y="18335"/>
                  </a:lnTo>
                  <a:lnTo>
                    <a:pt x="11725" y="18737"/>
                  </a:lnTo>
                  <a:lnTo>
                    <a:pt x="13289" y="19162"/>
                  </a:lnTo>
                  <a:lnTo>
                    <a:pt x="14964" y="18760"/>
                  </a:lnTo>
                  <a:lnTo>
                    <a:pt x="16706" y="18380"/>
                  </a:lnTo>
                  <a:lnTo>
                    <a:pt x="18515" y="18023"/>
                  </a:lnTo>
                  <a:lnTo>
                    <a:pt x="20391" y="17710"/>
                  </a:lnTo>
                  <a:lnTo>
                    <a:pt x="22311" y="17398"/>
                  </a:lnTo>
                  <a:lnTo>
                    <a:pt x="24299" y="17130"/>
                  </a:lnTo>
                  <a:lnTo>
                    <a:pt x="26331" y="16884"/>
                  </a:lnTo>
                  <a:lnTo>
                    <a:pt x="28408" y="16638"/>
                  </a:lnTo>
                  <a:lnTo>
                    <a:pt x="30507" y="16437"/>
                  </a:lnTo>
                  <a:lnTo>
                    <a:pt x="32674" y="16281"/>
                  </a:lnTo>
                  <a:lnTo>
                    <a:pt x="34885" y="16125"/>
                  </a:lnTo>
                  <a:lnTo>
                    <a:pt x="37096" y="15991"/>
                  </a:lnTo>
                  <a:lnTo>
                    <a:pt x="39374" y="15901"/>
                  </a:lnTo>
                  <a:lnTo>
                    <a:pt x="41652" y="15834"/>
                  </a:lnTo>
                  <a:lnTo>
                    <a:pt x="43974" y="15790"/>
                  </a:lnTo>
                  <a:lnTo>
                    <a:pt x="46319" y="15767"/>
                  </a:lnTo>
                  <a:lnTo>
                    <a:pt x="48642" y="15790"/>
                  </a:lnTo>
                  <a:lnTo>
                    <a:pt x="50964" y="15834"/>
                  </a:lnTo>
                  <a:lnTo>
                    <a:pt x="53242" y="15901"/>
                  </a:lnTo>
                  <a:lnTo>
                    <a:pt x="55520" y="15991"/>
                  </a:lnTo>
                  <a:lnTo>
                    <a:pt x="57754" y="16125"/>
                  </a:lnTo>
                  <a:lnTo>
                    <a:pt x="59942" y="16281"/>
                  </a:lnTo>
                  <a:lnTo>
                    <a:pt x="62108" y="16437"/>
                  </a:lnTo>
                  <a:lnTo>
                    <a:pt x="64230" y="16638"/>
                  </a:lnTo>
                  <a:lnTo>
                    <a:pt x="66307" y="16884"/>
                  </a:lnTo>
                  <a:lnTo>
                    <a:pt x="68317" y="17130"/>
                  </a:lnTo>
                  <a:lnTo>
                    <a:pt x="70305" y="17398"/>
                  </a:lnTo>
                  <a:lnTo>
                    <a:pt x="72225" y="17710"/>
                  </a:lnTo>
                  <a:lnTo>
                    <a:pt x="74101" y="18023"/>
                  </a:lnTo>
                  <a:lnTo>
                    <a:pt x="75910" y="18380"/>
                  </a:lnTo>
                  <a:lnTo>
                    <a:pt x="77652" y="18760"/>
                  </a:lnTo>
                  <a:lnTo>
                    <a:pt x="79327" y="19162"/>
                  </a:lnTo>
                  <a:lnTo>
                    <a:pt x="81002" y="18715"/>
                  </a:lnTo>
                  <a:lnTo>
                    <a:pt x="82588" y="18269"/>
                  </a:lnTo>
                  <a:lnTo>
                    <a:pt x="84039" y="17777"/>
                  </a:lnTo>
                  <a:lnTo>
                    <a:pt x="85402" y="17286"/>
                  </a:lnTo>
                  <a:lnTo>
                    <a:pt x="86049" y="17040"/>
                  </a:lnTo>
                  <a:lnTo>
                    <a:pt x="86652" y="16795"/>
                  </a:lnTo>
                  <a:lnTo>
                    <a:pt x="87233" y="16527"/>
                  </a:lnTo>
                  <a:lnTo>
                    <a:pt x="87791" y="16259"/>
                  </a:lnTo>
                  <a:lnTo>
                    <a:pt x="88305" y="15991"/>
                  </a:lnTo>
                  <a:lnTo>
                    <a:pt x="88819" y="15723"/>
                  </a:lnTo>
                  <a:lnTo>
                    <a:pt x="89288" y="15455"/>
                  </a:lnTo>
                  <a:lnTo>
                    <a:pt x="89734" y="15187"/>
                  </a:lnTo>
                  <a:lnTo>
                    <a:pt x="89734" y="7348"/>
                  </a:lnTo>
                  <a:lnTo>
                    <a:pt x="89087" y="6946"/>
                  </a:lnTo>
                  <a:lnTo>
                    <a:pt x="88394" y="6566"/>
                  </a:lnTo>
                  <a:lnTo>
                    <a:pt x="87635" y="6186"/>
                  </a:lnTo>
                  <a:lnTo>
                    <a:pt x="86809" y="5807"/>
                  </a:lnTo>
                  <a:lnTo>
                    <a:pt x="85960" y="5449"/>
                  </a:lnTo>
                  <a:lnTo>
                    <a:pt x="85022" y="5092"/>
                  </a:lnTo>
                  <a:lnTo>
                    <a:pt x="84062" y="4735"/>
                  </a:lnTo>
                  <a:lnTo>
                    <a:pt x="83034" y="4400"/>
                  </a:lnTo>
                  <a:lnTo>
                    <a:pt x="81962" y="4065"/>
                  </a:lnTo>
                  <a:lnTo>
                    <a:pt x="80824" y="3752"/>
                  </a:lnTo>
                  <a:lnTo>
                    <a:pt x="79640" y="3439"/>
                  </a:lnTo>
                  <a:lnTo>
                    <a:pt x="78412" y="3149"/>
                  </a:lnTo>
                  <a:lnTo>
                    <a:pt x="77139" y="2859"/>
                  </a:lnTo>
                  <a:lnTo>
                    <a:pt x="75821" y="2591"/>
                  </a:lnTo>
                  <a:lnTo>
                    <a:pt x="74459" y="2323"/>
                  </a:lnTo>
                  <a:lnTo>
                    <a:pt x="73052" y="2055"/>
                  </a:lnTo>
                  <a:lnTo>
                    <a:pt x="71555" y="1809"/>
                  </a:lnTo>
                  <a:lnTo>
                    <a:pt x="70037" y="1586"/>
                  </a:lnTo>
                  <a:lnTo>
                    <a:pt x="68496" y="1363"/>
                  </a:lnTo>
                  <a:lnTo>
                    <a:pt x="66910" y="1162"/>
                  </a:lnTo>
                  <a:lnTo>
                    <a:pt x="65302" y="983"/>
                  </a:lnTo>
                  <a:lnTo>
                    <a:pt x="63672" y="804"/>
                  </a:lnTo>
                  <a:lnTo>
                    <a:pt x="62019" y="670"/>
                  </a:lnTo>
                  <a:lnTo>
                    <a:pt x="60344" y="514"/>
                  </a:lnTo>
                  <a:lnTo>
                    <a:pt x="58647" y="402"/>
                  </a:lnTo>
                  <a:lnTo>
                    <a:pt x="56950" y="291"/>
                  </a:lnTo>
                  <a:lnTo>
                    <a:pt x="55208" y="201"/>
                  </a:lnTo>
                  <a:lnTo>
                    <a:pt x="53443" y="134"/>
                  </a:lnTo>
                  <a:lnTo>
                    <a:pt x="51679" y="67"/>
                  </a:lnTo>
                  <a:lnTo>
                    <a:pt x="49915" y="23"/>
                  </a:lnTo>
                  <a:lnTo>
                    <a:pt x="48106"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1">
  <p:cSld name="BLANK_1_1_1_1_1_1_1">
    <p:spTree>
      <p:nvGrpSpPr>
        <p:cNvPr id="184" name="Shape 184"/>
        <p:cNvGrpSpPr/>
        <p:nvPr/>
      </p:nvGrpSpPr>
      <p:grpSpPr>
        <a:xfrm>
          <a:off x="0" y="0"/>
          <a:ext cx="0" cy="0"/>
          <a:chOff x="0" y="0"/>
          <a:chExt cx="0" cy="0"/>
        </a:xfrm>
      </p:grpSpPr>
      <p:sp>
        <p:nvSpPr>
          <p:cNvPr id="185" name="Google Shape;185;p7"/>
          <p:cNvSpPr/>
          <p:nvPr/>
        </p:nvSpPr>
        <p:spPr>
          <a:xfrm>
            <a:off x="6519500" y="2216800"/>
            <a:ext cx="4728600" cy="1604700"/>
          </a:xfrm>
          <a:prstGeom prst="chord">
            <a:avLst>
              <a:gd fmla="val 4346562" name="adj1"/>
              <a:gd fmla="val 17254322"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6" name="Google Shape;186;p7"/>
          <p:cNvSpPr/>
          <p:nvPr/>
        </p:nvSpPr>
        <p:spPr>
          <a:xfrm rot="1800032">
            <a:off x="6670150" y="2309109"/>
            <a:ext cx="4728524" cy="1869582"/>
          </a:xfrm>
          <a:prstGeom prst="chord">
            <a:avLst>
              <a:gd fmla="val 3282930" name="adj1"/>
              <a:gd fmla="val 14744228"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7" name="Google Shape;187;p7"/>
          <p:cNvSpPr/>
          <p:nvPr/>
        </p:nvSpPr>
        <p:spPr>
          <a:xfrm>
            <a:off x="6008850" y="3120100"/>
            <a:ext cx="3135148" cy="202339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8" name="Google Shape;188;p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89" name="Google Shape;189;p7"/>
          <p:cNvSpPr txBox="1"/>
          <p:nvPr>
            <p:ph idx="2" type="title"/>
          </p:nvPr>
        </p:nvSpPr>
        <p:spPr>
          <a:xfrm>
            <a:off x="115025" y="406250"/>
            <a:ext cx="6507000" cy="2656800"/>
          </a:xfrm>
          <a:prstGeom prst="rect">
            <a:avLst/>
          </a:prstGeom>
        </p:spPr>
        <p:txBody>
          <a:bodyPr anchorCtr="0" anchor="t" bIns="91425" lIns="91425" spcFirstLastPara="1" rIns="91425" wrap="square" tIns="0">
            <a:noAutofit/>
          </a:bodyPr>
          <a:lstStyle>
            <a:lvl1pPr lvl="0">
              <a:lnSpc>
                <a:spcPct val="90000"/>
              </a:lnSpc>
              <a:spcBef>
                <a:spcPts val="0"/>
              </a:spcBef>
              <a:spcAft>
                <a:spcPts val="0"/>
              </a:spcAft>
              <a:buNone/>
              <a:defRPr sz="5500"/>
            </a:lvl1pPr>
            <a:lvl2pPr lvl="1">
              <a:lnSpc>
                <a:spcPct val="90000"/>
              </a:lnSpc>
              <a:spcBef>
                <a:spcPts val="0"/>
              </a:spcBef>
              <a:spcAft>
                <a:spcPts val="0"/>
              </a:spcAft>
              <a:buNone/>
              <a:defRPr sz="5500"/>
            </a:lvl2pPr>
            <a:lvl3pPr lvl="2">
              <a:lnSpc>
                <a:spcPct val="90000"/>
              </a:lnSpc>
              <a:spcBef>
                <a:spcPts val="0"/>
              </a:spcBef>
              <a:spcAft>
                <a:spcPts val="0"/>
              </a:spcAft>
              <a:buNone/>
              <a:defRPr sz="5500"/>
            </a:lvl3pPr>
            <a:lvl4pPr lvl="3">
              <a:lnSpc>
                <a:spcPct val="90000"/>
              </a:lnSpc>
              <a:spcBef>
                <a:spcPts val="0"/>
              </a:spcBef>
              <a:spcAft>
                <a:spcPts val="0"/>
              </a:spcAft>
              <a:buNone/>
              <a:defRPr sz="5500"/>
            </a:lvl4pPr>
            <a:lvl5pPr lvl="4">
              <a:lnSpc>
                <a:spcPct val="90000"/>
              </a:lnSpc>
              <a:spcBef>
                <a:spcPts val="0"/>
              </a:spcBef>
              <a:spcAft>
                <a:spcPts val="0"/>
              </a:spcAft>
              <a:buNone/>
              <a:defRPr sz="5500"/>
            </a:lvl5pPr>
            <a:lvl6pPr lvl="5">
              <a:lnSpc>
                <a:spcPct val="90000"/>
              </a:lnSpc>
              <a:spcBef>
                <a:spcPts val="0"/>
              </a:spcBef>
              <a:spcAft>
                <a:spcPts val="0"/>
              </a:spcAft>
              <a:buNone/>
              <a:defRPr sz="5500"/>
            </a:lvl6pPr>
            <a:lvl7pPr lvl="6">
              <a:lnSpc>
                <a:spcPct val="90000"/>
              </a:lnSpc>
              <a:spcBef>
                <a:spcPts val="0"/>
              </a:spcBef>
              <a:spcAft>
                <a:spcPts val="0"/>
              </a:spcAft>
              <a:buNone/>
              <a:defRPr sz="5500"/>
            </a:lvl7pPr>
            <a:lvl8pPr lvl="7">
              <a:lnSpc>
                <a:spcPct val="90000"/>
              </a:lnSpc>
              <a:spcBef>
                <a:spcPts val="0"/>
              </a:spcBef>
              <a:spcAft>
                <a:spcPts val="0"/>
              </a:spcAft>
              <a:buNone/>
              <a:defRPr sz="5500"/>
            </a:lvl8pPr>
            <a:lvl9pPr lvl="8">
              <a:lnSpc>
                <a:spcPct val="90000"/>
              </a:lnSpc>
              <a:spcBef>
                <a:spcPts val="0"/>
              </a:spcBef>
              <a:spcAft>
                <a:spcPts val="0"/>
              </a:spcAft>
              <a:buNone/>
              <a:defRPr sz="5500"/>
            </a:lvl9pPr>
          </a:lstStyle>
          <a:p/>
        </p:txBody>
      </p:sp>
      <p:sp>
        <p:nvSpPr>
          <p:cNvPr id="190" name="Google Shape;190;p7"/>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191" name="Google Shape;191;p7"/>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2">
  <p:cSld name="BLANK_1_1_1_1_1_1_1_2">
    <p:spTree>
      <p:nvGrpSpPr>
        <p:cNvPr id="192" name="Shape 192"/>
        <p:cNvGrpSpPr/>
        <p:nvPr/>
      </p:nvGrpSpPr>
      <p:grpSpPr>
        <a:xfrm>
          <a:off x="0" y="0"/>
          <a:ext cx="0" cy="0"/>
          <a:chOff x="0" y="0"/>
          <a:chExt cx="0" cy="0"/>
        </a:xfrm>
      </p:grpSpPr>
      <p:sp>
        <p:nvSpPr>
          <p:cNvPr id="193" name="Google Shape;193;p8"/>
          <p:cNvSpPr/>
          <p:nvPr/>
        </p:nvSpPr>
        <p:spPr>
          <a:xfrm>
            <a:off x="5861425" y="3065475"/>
            <a:ext cx="3282600" cy="2078950"/>
          </a:xfrm>
          <a:custGeom>
            <a:rect b="b" l="l" r="r" t="t"/>
            <a:pathLst>
              <a:path extrusionOk="0" h="83158" w="131304">
                <a:moveTo>
                  <a:pt x="131286" y="0"/>
                </a:moveTo>
                <a:lnTo>
                  <a:pt x="131304" y="83132"/>
                </a:lnTo>
                <a:lnTo>
                  <a:pt x="0" y="83158"/>
                </a:lnTo>
                <a:lnTo>
                  <a:pt x="55816" y="4343"/>
                </a:lnTo>
                <a:close/>
              </a:path>
            </a:pathLst>
          </a:custGeom>
          <a:solidFill>
            <a:schemeClr val="accent5"/>
          </a:solidFill>
          <a:ln>
            <a:noFill/>
          </a:ln>
        </p:spPr>
      </p:sp>
      <p:sp>
        <p:nvSpPr>
          <p:cNvPr id="194" name="Google Shape;194;p8"/>
          <p:cNvSpPr/>
          <p:nvPr/>
        </p:nvSpPr>
        <p:spPr>
          <a:xfrm>
            <a:off x="6818025" y="1675"/>
            <a:ext cx="2326300" cy="3183925"/>
          </a:xfrm>
          <a:custGeom>
            <a:rect b="b" l="l" r="r" t="t"/>
            <a:pathLst>
              <a:path extrusionOk="0" h="127357" w="93052">
                <a:moveTo>
                  <a:pt x="17353" y="127357"/>
                </a:moveTo>
                <a:lnTo>
                  <a:pt x="0" y="18662"/>
                </a:lnTo>
                <a:lnTo>
                  <a:pt x="93052" y="0"/>
                </a:lnTo>
                <a:lnTo>
                  <a:pt x="93019" y="122556"/>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nvGrpSpPr>
          <p:cNvPr id="195" name="Google Shape;195;p8"/>
          <p:cNvGrpSpPr/>
          <p:nvPr/>
        </p:nvGrpSpPr>
        <p:grpSpPr>
          <a:xfrm>
            <a:off x="25" y="4625"/>
            <a:ext cx="2329791" cy="795413"/>
            <a:chOff x="21" y="-511"/>
            <a:chExt cx="2329791" cy="800617"/>
          </a:xfrm>
        </p:grpSpPr>
        <p:grpSp>
          <p:nvGrpSpPr>
            <p:cNvPr id="196" name="Google Shape;196;p8"/>
            <p:cNvGrpSpPr/>
            <p:nvPr/>
          </p:nvGrpSpPr>
          <p:grpSpPr>
            <a:xfrm flipH="1" rot="10800000">
              <a:off x="25" y="392516"/>
              <a:ext cx="1927788" cy="407590"/>
              <a:chOff x="537425" y="3249175"/>
              <a:chExt cx="1774800" cy="370200"/>
            </a:xfrm>
          </p:grpSpPr>
          <p:sp>
            <p:nvSpPr>
              <p:cNvPr id="197" name="Google Shape;197;p8"/>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8" name="Google Shape;198;p8"/>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9" name="Google Shape;199;p8"/>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0" name="Google Shape;200;p8"/>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1" name="Google Shape;201;p8"/>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02" name="Google Shape;202;p8"/>
            <p:cNvGrpSpPr/>
            <p:nvPr/>
          </p:nvGrpSpPr>
          <p:grpSpPr>
            <a:xfrm flipH="1" rot="10800000">
              <a:off x="21" y="-511"/>
              <a:ext cx="1927788" cy="393115"/>
              <a:chOff x="537425" y="3249175"/>
              <a:chExt cx="1774800" cy="370200"/>
            </a:xfrm>
          </p:grpSpPr>
          <p:sp>
            <p:nvSpPr>
              <p:cNvPr id="203" name="Google Shape;203;p8"/>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4" name="Google Shape;204;p8"/>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5" name="Google Shape;205;p8"/>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6" name="Google Shape;206;p8"/>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7" name="Google Shape;207;p8"/>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08" name="Google Shape;208;p8"/>
            <p:cNvSpPr/>
            <p:nvPr/>
          </p:nvSpPr>
          <p:spPr>
            <a:xfrm flipH="1" rot="10800000">
              <a:off x="1927813" y="392406"/>
              <a:ext cx="402000" cy="407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09" name="Google Shape;209;p8"/>
          <p:cNvSpPr txBox="1"/>
          <p:nvPr>
            <p:ph type="title"/>
          </p:nvPr>
        </p:nvSpPr>
        <p:spPr>
          <a:xfrm>
            <a:off x="96025" y="1206300"/>
            <a:ext cx="6507000" cy="1876200"/>
          </a:xfrm>
          <a:prstGeom prst="rect">
            <a:avLst/>
          </a:prstGeom>
        </p:spPr>
        <p:txBody>
          <a:bodyPr anchorCtr="0" anchor="t" bIns="91425" lIns="91425" spcFirstLastPara="1" rIns="91425" wrap="square" tIns="91425">
            <a:noAutofit/>
          </a:bodyPr>
          <a:lstStyle>
            <a:lvl1pPr lvl="0">
              <a:spcBef>
                <a:spcPts val="0"/>
              </a:spcBef>
              <a:spcAft>
                <a:spcPts val="0"/>
              </a:spcAft>
              <a:buNone/>
              <a:defRPr sz="3600"/>
            </a:lvl1pPr>
            <a:lvl2pPr lvl="1">
              <a:spcBef>
                <a:spcPts val="0"/>
              </a:spcBef>
              <a:spcAft>
                <a:spcPts val="0"/>
              </a:spcAft>
              <a:buClr>
                <a:schemeClr val="lt1"/>
              </a:buClr>
              <a:buSzPts val="3600"/>
              <a:buFont typeface="IBM Plex Sans"/>
              <a:buNone/>
              <a:defRPr sz="3600">
                <a:solidFill>
                  <a:schemeClr val="lt1"/>
                </a:solidFill>
              </a:defRPr>
            </a:lvl2pPr>
            <a:lvl3pPr lvl="2">
              <a:spcBef>
                <a:spcPts val="0"/>
              </a:spcBef>
              <a:spcAft>
                <a:spcPts val="0"/>
              </a:spcAft>
              <a:buClr>
                <a:schemeClr val="lt1"/>
              </a:buClr>
              <a:buSzPts val="3600"/>
              <a:buFont typeface="IBM Plex Sans"/>
              <a:buNone/>
              <a:defRPr sz="3600">
                <a:solidFill>
                  <a:schemeClr val="lt1"/>
                </a:solidFill>
              </a:defRPr>
            </a:lvl3pPr>
            <a:lvl4pPr lvl="3">
              <a:spcBef>
                <a:spcPts val="0"/>
              </a:spcBef>
              <a:spcAft>
                <a:spcPts val="0"/>
              </a:spcAft>
              <a:buClr>
                <a:schemeClr val="lt1"/>
              </a:buClr>
              <a:buSzPts val="3600"/>
              <a:buFont typeface="IBM Plex Sans"/>
              <a:buNone/>
              <a:defRPr sz="3600">
                <a:solidFill>
                  <a:schemeClr val="lt1"/>
                </a:solidFill>
              </a:defRPr>
            </a:lvl4pPr>
            <a:lvl5pPr lvl="4">
              <a:spcBef>
                <a:spcPts val="0"/>
              </a:spcBef>
              <a:spcAft>
                <a:spcPts val="0"/>
              </a:spcAft>
              <a:buClr>
                <a:schemeClr val="lt1"/>
              </a:buClr>
              <a:buSzPts val="3600"/>
              <a:buFont typeface="IBM Plex Sans"/>
              <a:buNone/>
              <a:defRPr sz="3600">
                <a:solidFill>
                  <a:schemeClr val="lt1"/>
                </a:solidFill>
              </a:defRPr>
            </a:lvl5pPr>
            <a:lvl6pPr lvl="5">
              <a:spcBef>
                <a:spcPts val="0"/>
              </a:spcBef>
              <a:spcAft>
                <a:spcPts val="0"/>
              </a:spcAft>
              <a:buClr>
                <a:schemeClr val="lt1"/>
              </a:buClr>
              <a:buSzPts val="3600"/>
              <a:buFont typeface="IBM Plex Sans"/>
              <a:buNone/>
              <a:defRPr sz="3600">
                <a:solidFill>
                  <a:schemeClr val="lt1"/>
                </a:solidFill>
              </a:defRPr>
            </a:lvl6pPr>
            <a:lvl7pPr lvl="6">
              <a:spcBef>
                <a:spcPts val="0"/>
              </a:spcBef>
              <a:spcAft>
                <a:spcPts val="0"/>
              </a:spcAft>
              <a:buClr>
                <a:schemeClr val="lt1"/>
              </a:buClr>
              <a:buSzPts val="3600"/>
              <a:buFont typeface="IBM Plex Sans"/>
              <a:buNone/>
              <a:defRPr sz="3600">
                <a:solidFill>
                  <a:schemeClr val="lt1"/>
                </a:solidFill>
              </a:defRPr>
            </a:lvl7pPr>
            <a:lvl8pPr lvl="7">
              <a:spcBef>
                <a:spcPts val="0"/>
              </a:spcBef>
              <a:spcAft>
                <a:spcPts val="0"/>
              </a:spcAft>
              <a:buClr>
                <a:schemeClr val="lt1"/>
              </a:buClr>
              <a:buSzPts val="3600"/>
              <a:buFont typeface="IBM Plex Sans"/>
              <a:buNone/>
              <a:defRPr sz="3600">
                <a:solidFill>
                  <a:schemeClr val="lt1"/>
                </a:solidFill>
              </a:defRPr>
            </a:lvl8pPr>
            <a:lvl9pPr lvl="8">
              <a:spcBef>
                <a:spcPts val="0"/>
              </a:spcBef>
              <a:spcAft>
                <a:spcPts val="0"/>
              </a:spcAft>
              <a:buClr>
                <a:schemeClr val="lt1"/>
              </a:buClr>
              <a:buSzPts val="3600"/>
              <a:buFont typeface="IBM Plex Sans"/>
              <a:buNone/>
              <a:defRPr sz="3600">
                <a:solidFill>
                  <a:schemeClr val="lt1"/>
                </a:solidFill>
              </a:defRPr>
            </a:lvl9pPr>
          </a:lstStyle>
          <a:p/>
        </p:txBody>
      </p:sp>
      <p:sp>
        <p:nvSpPr>
          <p:cNvPr id="210" name="Google Shape;210;p8"/>
          <p:cNvSpPr/>
          <p:nvPr/>
        </p:nvSpPr>
        <p:spPr>
          <a:xfrm rot="386111">
            <a:off x="5422314" y="2861786"/>
            <a:ext cx="5875319" cy="1732905"/>
          </a:xfrm>
          <a:prstGeom prst="chord">
            <a:avLst>
              <a:gd fmla="val 2600939" name="adj1"/>
              <a:gd fmla="val 18561181"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1" name="Google Shape;211;p8"/>
          <p:cNvSpPr/>
          <p:nvPr/>
        </p:nvSpPr>
        <p:spPr>
          <a:xfrm rot="1800094">
            <a:off x="5534438" y="2649896"/>
            <a:ext cx="4427191" cy="1750358"/>
          </a:xfrm>
          <a:prstGeom prst="chord">
            <a:avLst>
              <a:gd fmla="val 837048" name="adj1"/>
              <a:gd fmla="val 19665286"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2" name="Google Shape;212;p8"/>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13" name="Google Shape;213;p8"/>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214" name="Google Shape;214;p8"/>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LANK_1_1_1_1_1_1_1_1_1_1_10">
    <p:spTree>
      <p:nvGrpSpPr>
        <p:cNvPr id="215" name="Shape 215"/>
        <p:cNvGrpSpPr/>
        <p:nvPr/>
      </p:nvGrpSpPr>
      <p:grpSpPr>
        <a:xfrm>
          <a:off x="0" y="0"/>
          <a:ext cx="0" cy="0"/>
          <a:chOff x="0" y="0"/>
          <a:chExt cx="0" cy="0"/>
        </a:xfrm>
      </p:grpSpPr>
      <p:sp>
        <p:nvSpPr>
          <p:cNvPr id="216" name="Google Shape;216;p9"/>
          <p:cNvSpPr/>
          <p:nvPr/>
        </p:nvSpPr>
        <p:spPr>
          <a:xfrm flipH="1" rot="-900031">
            <a:off x="1792020" y="1182391"/>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7" name="Google Shape;217;p9"/>
          <p:cNvSpPr/>
          <p:nvPr/>
        </p:nvSpPr>
        <p:spPr>
          <a:xfrm rot="10800000">
            <a:off x="1792025" y="1182400"/>
            <a:ext cx="5559900" cy="1963500"/>
          </a:xfrm>
          <a:prstGeom prst="ellipse">
            <a:avLst/>
          </a:pr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8" name="Google Shape;218;p9"/>
          <p:cNvSpPr txBox="1"/>
          <p:nvPr>
            <p:ph idx="1" type="body"/>
          </p:nvPr>
        </p:nvSpPr>
        <p:spPr>
          <a:xfrm>
            <a:off x="2351750" y="3857450"/>
            <a:ext cx="4346700" cy="452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a:lvl1pPr>
            <a:lvl2pPr indent="-304800" lvl="1" marL="914400">
              <a:spcBef>
                <a:spcPts val="0"/>
              </a:spcBef>
              <a:spcAft>
                <a:spcPts val="0"/>
              </a:spcAft>
              <a:buClr>
                <a:schemeClr val="lt1"/>
              </a:buClr>
              <a:buSzPts val="1200"/>
              <a:buFont typeface="Sora"/>
              <a:buChar char="○"/>
              <a:defRPr/>
            </a:lvl2pPr>
            <a:lvl3pPr indent="-304800" lvl="2" marL="1371600">
              <a:spcBef>
                <a:spcPts val="0"/>
              </a:spcBef>
              <a:spcAft>
                <a:spcPts val="0"/>
              </a:spcAft>
              <a:buClr>
                <a:schemeClr val="lt1"/>
              </a:buClr>
              <a:buSzPts val="1200"/>
              <a:buFont typeface="Sora"/>
              <a:buChar char="■"/>
              <a:defRPr/>
            </a:lvl3pPr>
            <a:lvl4pPr indent="-304800" lvl="3" marL="1828800">
              <a:spcBef>
                <a:spcPts val="0"/>
              </a:spcBef>
              <a:spcAft>
                <a:spcPts val="0"/>
              </a:spcAft>
              <a:buClr>
                <a:schemeClr val="lt1"/>
              </a:buClr>
              <a:buSzPts val="1200"/>
              <a:buFont typeface="Sora"/>
              <a:buChar char="●"/>
              <a:defRPr/>
            </a:lvl4pPr>
            <a:lvl5pPr indent="-304800" lvl="4" marL="2286000">
              <a:spcBef>
                <a:spcPts val="0"/>
              </a:spcBef>
              <a:spcAft>
                <a:spcPts val="0"/>
              </a:spcAft>
              <a:buClr>
                <a:schemeClr val="lt1"/>
              </a:buClr>
              <a:buSzPts val="1200"/>
              <a:buFont typeface="Sora"/>
              <a:buChar char="○"/>
              <a:defRPr/>
            </a:lvl5pPr>
            <a:lvl6pPr indent="-304800" lvl="5" marL="2743200">
              <a:spcBef>
                <a:spcPts val="0"/>
              </a:spcBef>
              <a:spcAft>
                <a:spcPts val="0"/>
              </a:spcAft>
              <a:buClr>
                <a:schemeClr val="lt1"/>
              </a:buClr>
              <a:buSzPts val="1200"/>
              <a:buFont typeface="Sora"/>
              <a:buChar char="■"/>
              <a:defRPr/>
            </a:lvl6pPr>
            <a:lvl7pPr indent="-304800" lvl="6" marL="3200400">
              <a:spcBef>
                <a:spcPts val="0"/>
              </a:spcBef>
              <a:spcAft>
                <a:spcPts val="0"/>
              </a:spcAft>
              <a:buClr>
                <a:schemeClr val="lt1"/>
              </a:buClr>
              <a:buSzPts val="1200"/>
              <a:buFont typeface="Sora"/>
              <a:buChar char="●"/>
              <a:defRPr/>
            </a:lvl7pPr>
            <a:lvl8pPr indent="-304800" lvl="7" marL="3657600">
              <a:spcBef>
                <a:spcPts val="0"/>
              </a:spcBef>
              <a:spcAft>
                <a:spcPts val="0"/>
              </a:spcAft>
              <a:buClr>
                <a:schemeClr val="lt1"/>
              </a:buClr>
              <a:buSzPts val="1200"/>
              <a:buFont typeface="Sora"/>
              <a:buChar char="○"/>
              <a:defRPr/>
            </a:lvl8pPr>
            <a:lvl9pPr indent="-304800" lvl="8" marL="4114800">
              <a:spcBef>
                <a:spcPts val="0"/>
              </a:spcBef>
              <a:spcAft>
                <a:spcPts val="0"/>
              </a:spcAft>
              <a:buClr>
                <a:schemeClr val="lt1"/>
              </a:buClr>
              <a:buSzPts val="1200"/>
              <a:buFont typeface="Sora"/>
              <a:buChar char="■"/>
              <a:defRPr/>
            </a:lvl9pPr>
          </a:lstStyle>
          <a:p/>
        </p:txBody>
      </p:sp>
      <p:sp>
        <p:nvSpPr>
          <p:cNvPr id="219" name="Google Shape;219;p9"/>
          <p:cNvSpPr txBox="1"/>
          <p:nvPr>
            <p:ph hasCustomPrompt="1" type="title"/>
          </p:nvPr>
        </p:nvSpPr>
        <p:spPr>
          <a:xfrm>
            <a:off x="2662050" y="1182350"/>
            <a:ext cx="3819900" cy="1963500"/>
          </a:xfrm>
          <a:prstGeom prst="rect">
            <a:avLst/>
          </a:prstGeom>
        </p:spPr>
        <p:txBody>
          <a:bodyPr anchorCtr="0" anchor="t" bIns="91425" lIns="91425" spcFirstLastPara="1" rIns="91425" wrap="square" tIns="91425">
            <a:spAutoFit/>
          </a:bodyPr>
          <a:lstStyle>
            <a:lvl1pPr lvl="0" algn="ctr">
              <a:spcBef>
                <a:spcPts val="0"/>
              </a:spcBef>
              <a:spcAft>
                <a:spcPts val="0"/>
              </a:spcAft>
              <a:buClr>
                <a:schemeClr val="lt1"/>
              </a:buClr>
              <a:buSzPts val="5500"/>
              <a:buFont typeface="IBM Plex Sans"/>
              <a:buNone/>
              <a:defRPr sz="5500"/>
            </a:lvl1pPr>
            <a:lvl2pPr lvl="1" algn="ctr">
              <a:spcBef>
                <a:spcPts val="0"/>
              </a:spcBef>
              <a:spcAft>
                <a:spcPts val="0"/>
              </a:spcAft>
              <a:buClr>
                <a:schemeClr val="lt1"/>
              </a:buClr>
              <a:buSzPts val="5500"/>
              <a:buFont typeface="IBM Plex Sans"/>
              <a:buNone/>
              <a:defRPr sz="5500">
                <a:solidFill>
                  <a:schemeClr val="lt1"/>
                </a:solidFill>
              </a:defRPr>
            </a:lvl2pPr>
            <a:lvl3pPr lvl="2" algn="ctr">
              <a:spcBef>
                <a:spcPts val="0"/>
              </a:spcBef>
              <a:spcAft>
                <a:spcPts val="0"/>
              </a:spcAft>
              <a:buClr>
                <a:schemeClr val="lt1"/>
              </a:buClr>
              <a:buSzPts val="5500"/>
              <a:buFont typeface="IBM Plex Sans"/>
              <a:buNone/>
              <a:defRPr sz="5500">
                <a:solidFill>
                  <a:schemeClr val="lt1"/>
                </a:solidFill>
              </a:defRPr>
            </a:lvl3pPr>
            <a:lvl4pPr lvl="3" algn="ctr">
              <a:spcBef>
                <a:spcPts val="0"/>
              </a:spcBef>
              <a:spcAft>
                <a:spcPts val="0"/>
              </a:spcAft>
              <a:buClr>
                <a:schemeClr val="lt1"/>
              </a:buClr>
              <a:buSzPts val="5500"/>
              <a:buFont typeface="IBM Plex Sans"/>
              <a:buNone/>
              <a:defRPr sz="5500">
                <a:solidFill>
                  <a:schemeClr val="lt1"/>
                </a:solidFill>
              </a:defRPr>
            </a:lvl4pPr>
            <a:lvl5pPr lvl="4" algn="ctr">
              <a:spcBef>
                <a:spcPts val="0"/>
              </a:spcBef>
              <a:spcAft>
                <a:spcPts val="0"/>
              </a:spcAft>
              <a:buClr>
                <a:schemeClr val="lt1"/>
              </a:buClr>
              <a:buSzPts val="5500"/>
              <a:buFont typeface="IBM Plex Sans"/>
              <a:buNone/>
              <a:defRPr sz="5500">
                <a:solidFill>
                  <a:schemeClr val="lt1"/>
                </a:solidFill>
              </a:defRPr>
            </a:lvl5pPr>
            <a:lvl6pPr lvl="5" algn="ctr">
              <a:spcBef>
                <a:spcPts val="0"/>
              </a:spcBef>
              <a:spcAft>
                <a:spcPts val="0"/>
              </a:spcAft>
              <a:buClr>
                <a:schemeClr val="lt1"/>
              </a:buClr>
              <a:buSzPts val="5500"/>
              <a:buFont typeface="IBM Plex Sans"/>
              <a:buNone/>
              <a:defRPr sz="5500">
                <a:solidFill>
                  <a:schemeClr val="lt1"/>
                </a:solidFill>
              </a:defRPr>
            </a:lvl6pPr>
            <a:lvl7pPr lvl="6" algn="ctr">
              <a:spcBef>
                <a:spcPts val="0"/>
              </a:spcBef>
              <a:spcAft>
                <a:spcPts val="0"/>
              </a:spcAft>
              <a:buClr>
                <a:schemeClr val="lt1"/>
              </a:buClr>
              <a:buSzPts val="5500"/>
              <a:buFont typeface="IBM Plex Sans"/>
              <a:buNone/>
              <a:defRPr sz="5500">
                <a:solidFill>
                  <a:schemeClr val="lt1"/>
                </a:solidFill>
              </a:defRPr>
            </a:lvl7pPr>
            <a:lvl8pPr lvl="7" algn="ctr">
              <a:spcBef>
                <a:spcPts val="0"/>
              </a:spcBef>
              <a:spcAft>
                <a:spcPts val="0"/>
              </a:spcAft>
              <a:buClr>
                <a:schemeClr val="lt1"/>
              </a:buClr>
              <a:buSzPts val="5500"/>
              <a:buFont typeface="IBM Plex Sans"/>
              <a:buNone/>
              <a:defRPr sz="5500">
                <a:solidFill>
                  <a:schemeClr val="lt1"/>
                </a:solidFill>
              </a:defRPr>
            </a:lvl8pPr>
            <a:lvl9pPr lvl="8" algn="ctr">
              <a:spcBef>
                <a:spcPts val="0"/>
              </a:spcBef>
              <a:spcAft>
                <a:spcPts val="0"/>
              </a:spcAft>
              <a:buClr>
                <a:schemeClr val="lt1"/>
              </a:buClr>
              <a:buSzPts val="5500"/>
              <a:buFont typeface="IBM Plex Sans"/>
              <a:buNone/>
              <a:defRPr sz="5500">
                <a:solidFill>
                  <a:schemeClr val="lt1"/>
                </a:solidFill>
              </a:defRPr>
            </a:lvl9pPr>
          </a:lstStyle>
          <a:p>
            <a:r>
              <a:t>xx%</a:t>
            </a:r>
          </a:p>
        </p:txBody>
      </p:sp>
      <p:sp>
        <p:nvSpPr>
          <p:cNvPr id="220" name="Google Shape;220;p9"/>
          <p:cNvSpPr/>
          <p:nvPr/>
        </p:nvSpPr>
        <p:spPr>
          <a:xfrm flipH="1" rot="900031">
            <a:off x="1791931" y="1182353"/>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1_1_1_1_1_1_9">
    <p:spTree>
      <p:nvGrpSpPr>
        <p:cNvPr id="221" name="Shape 221"/>
        <p:cNvGrpSpPr/>
        <p:nvPr/>
      </p:nvGrpSpPr>
      <p:grpSpPr>
        <a:xfrm>
          <a:off x="0" y="0"/>
          <a:ext cx="0" cy="0"/>
          <a:chOff x="0" y="0"/>
          <a:chExt cx="0" cy="0"/>
        </a:xfrm>
      </p:grpSpPr>
      <p:grpSp>
        <p:nvGrpSpPr>
          <p:cNvPr id="222" name="Google Shape;222;p10"/>
          <p:cNvGrpSpPr/>
          <p:nvPr/>
        </p:nvGrpSpPr>
        <p:grpSpPr>
          <a:xfrm flipH="1">
            <a:off x="3212200" y="0"/>
            <a:ext cx="1851000" cy="1225325"/>
            <a:chOff x="461225" y="3875100"/>
            <a:chExt cx="1851000" cy="1225325"/>
          </a:xfrm>
        </p:grpSpPr>
        <p:grpSp>
          <p:nvGrpSpPr>
            <p:cNvPr id="223" name="Google Shape;223;p10"/>
            <p:cNvGrpSpPr/>
            <p:nvPr/>
          </p:nvGrpSpPr>
          <p:grpSpPr>
            <a:xfrm>
              <a:off x="461225" y="3875100"/>
              <a:ext cx="1851000" cy="114600"/>
              <a:chOff x="461225" y="3504775"/>
              <a:chExt cx="1851000" cy="114600"/>
            </a:xfrm>
          </p:grpSpPr>
          <p:sp>
            <p:nvSpPr>
              <p:cNvPr id="224" name="Google Shape;224;p10"/>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5" name="Google Shape;225;p10"/>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6" name="Google Shape;226;p10"/>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7" name="Google Shape;227;p10"/>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8" name="Google Shape;228;p10"/>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29" name="Google Shape;229;p10"/>
            <p:cNvGrpSpPr/>
            <p:nvPr/>
          </p:nvGrpSpPr>
          <p:grpSpPr>
            <a:xfrm>
              <a:off x="461225" y="3989700"/>
              <a:ext cx="1480800" cy="1110725"/>
              <a:chOff x="461225" y="3249175"/>
              <a:chExt cx="1480800" cy="1110725"/>
            </a:xfrm>
          </p:grpSpPr>
          <p:sp>
            <p:nvSpPr>
              <p:cNvPr id="230" name="Google Shape;230;p10"/>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1" name="Google Shape;231;p1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2" name="Google Shape;232;p1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3" name="Google Shape;233;p10"/>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34" name="Google Shape;234;p10"/>
            <p:cNvGrpSpPr/>
            <p:nvPr/>
          </p:nvGrpSpPr>
          <p:grpSpPr>
            <a:xfrm>
              <a:off x="831425" y="4360025"/>
              <a:ext cx="1480800" cy="370200"/>
              <a:chOff x="831425" y="3249175"/>
              <a:chExt cx="1480800" cy="370200"/>
            </a:xfrm>
          </p:grpSpPr>
          <p:sp>
            <p:nvSpPr>
              <p:cNvPr id="235" name="Google Shape;235;p10"/>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6" name="Google Shape;236;p1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7" name="Google Shape;237;p1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8" name="Google Shape;238;p10"/>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239" name="Google Shape;239;p10"/>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40" name="Google Shape;240;p10"/>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41" name="Google Shape;241;p10"/>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CUSTOM_2">
    <p:spTree>
      <p:nvGrpSpPr>
        <p:cNvPr id="242" name="Shape 242"/>
        <p:cNvGrpSpPr/>
        <p:nvPr/>
      </p:nvGrpSpPr>
      <p:grpSpPr>
        <a:xfrm>
          <a:off x="0" y="0"/>
          <a:ext cx="0" cy="0"/>
          <a:chOff x="0" y="0"/>
          <a:chExt cx="0" cy="0"/>
        </a:xfrm>
      </p:grpSpPr>
      <p:sp>
        <p:nvSpPr>
          <p:cNvPr id="243" name="Google Shape;243;p11"/>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44" name="Google Shape;244;p11"/>
          <p:cNvSpPr txBox="1"/>
          <p:nvPr>
            <p:ph idx="2" type="title"/>
          </p:nvPr>
        </p:nvSpPr>
        <p:spPr>
          <a:xfrm>
            <a:off x="115025" y="502775"/>
            <a:ext cx="54000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grpSp>
        <p:nvGrpSpPr>
          <p:cNvPr id="245" name="Google Shape;245;p11"/>
          <p:cNvGrpSpPr/>
          <p:nvPr/>
        </p:nvGrpSpPr>
        <p:grpSpPr>
          <a:xfrm flipH="1" rot="10800000">
            <a:off x="6179902" y="24"/>
            <a:ext cx="2963226" cy="1495659"/>
            <a:chOff x="4306084" y="2701610"/>
            <a:chExt cx="4837921" cy="2441893"/>
          </a:xfrm>
        </p:grpSpPr>
        <p:sp>
          <p:nvSpPr>
            <p:cNvPr id="246" name="Google Shape;246;p11"/>
            <p:cNvSpPr/>
            <p:nvPr/>
          </p:nvSpPr>
          <p:spPr>
            <a:xfrm>
              <a:off x="4306084" y="4485495"/>
              <a:ext cx="4837921" cy="658008"/>
            </a:xfrm>
            <a:custGeom>
              <a:rect b="b" l="l" r="r" t="t"/>
              <a:pathLst>
                <a:path extrusionOk="0" fill="none" h="12217" w="89824">
                  <a:moveTo>
                    <a:pt x="85826" y="0"/>
                  </a:moveTo>
                  <a:lnTo>
                    <a:pt x="85826" y="0"/>
                  </a:lnTo>
                  <a:lnTo>
                    <a:pt x="85045" y="291"/>
                  </a:lnTo>
                  <a:lnTo>
                    <a:pt x="84218" y="581"/>
                  </a:lnTo>
                  <a:lnTo>
                    <a:pt x="83370" y="871"/>
                  </a:lnTo>
                  <a:lnTo>
                    <a:pt x="82476" y="1139"/>
                  </a:lnTo>
                  <a:lnTo>
                    <a:pt x="81538" y="1430"/>
                  </a:lnTo>
                  <a:lnTo>
                    <a:pt x="80578" y="1697"/>
                  </a:lnTo>
                  <a:lnTo>
                    <a:pt x="79596" y="1943"/>
                  </a:lnTo>
                  <a:lnTo>
                    <a:pt x="78568" y="2189"/>
                  </a:lnTo>
                  <a:lnTo>
                    <a:pt x="77496" y="2434"/>
                  </a:lnTo>
                  <a:lnTo>
                    <a:pt x="76424" y="2680"/>
                  </a:lnTo>
                  <a:lnTo>
                    <a:pt x="75308" y="2903"/>
                  </a:lnTo>
                  <a:lnTo>
                    <a:pt x="74146" y="3104"/>
                  </a:lnTo>
                  <a:lnTo>
                    <a:pt x="71779" y="3529"/>
                  </a:lnTo>
                  <a:lnTo>
                    <a:pt x="69278" y="3886"/>
                  </a:lnTo>
                  <a:lnTo>
                    <a:pt x="66709" y="4221"/>
                  </a:lnTo>
                  <a:lnTo>
                    <a:pt x="64029" y="4511"/>
                  </a:lnTo>
                  <a:lnTo>
                    <a:pt x="61260" y="4779"/>
                  </a:lnTo>
                  <a:lnTo>
                    <a:pt x="58424" y="4980"/>
                  </a:lnTo>
                  <a:lnTo>
                    <a:pt x="55498" y="5159"/>
                  </a:lnTo>
                  <a:lnTo>
                    <a:pt x="52506" y="5271"/>
                  </a:lnTo>
                  <a:lnTo>
                    <a:pt x="49468" y="5338"/>
                  </a:lnTo>
                  <a:lnTo>
                    <a:pt x="46364" y="5382"/>
                  </a:lnTo>
                  <a:lnTo>
                    <a:pt x="46364" y="5382"/>
                  </a:lnTo>
                  <a:lnTo>
                    <a:pt x="43260" y="5338"/>
                  </a:lnTo>
                  <a:lnTo>
                    <a:pt x="40200" y="5271"/>
                  </a:lnTo>
                  <a:lnTo>
                    <a:pt x="37208" y="5159"/>
                  </a:lnTo>
                  <a:lnTo>
                    <a:pt x="34304" y="4980"/>
                  </a:lnTo>
                  <a:lnTo>
                    <a:pt x="31446" y="4779"/>
                  </a:lnTo>
                  <a:lnTo>
                    <a:pt x="28676" y="4511"/>
                  </a:lnTo>
                  <a:lnTo>
                    <a:pt x="25996" y="4221"/>
                  </a:lnTo>
                  <a:lnTo>
                    <a:pt x="23428" y="3886"/>
                  </a:lnTo>
                  <a:lnTo>
                    <a:pt x="20927" y="3529"/>
                  </a:lnTo>
                  <a:lnTo>
                    <a:pt x="18560" y="3104"/>
                  </a:lnTo>
                  <a:lnTo>
                    <a:pt x="17421" y="2903"/>
                  </a:lnTo>
                  <a:lnTo>
                    <a:pt x="16282" y="2680"/>
                  </a:lnTo>
                  <a:lnTo>
                    <a:pt x="15210" y="2434"/>
                  </a:lnTo>
                  <a:lnTo>
                    <a:pt x="14138" y="2189"/>
                  </a:lnTo>
                  <a:lnTo>
                    <a:pt x="13110" y="1943"/>
                  </a:lnTo>
                  <a:lnTo>
                    <a:pt x="12128" y="1697"/>
                  </a:lnTo>
                  <a:lnTo>
                    <a:pt x="11167" y="1430"/>
                  </a:lnTo>
                  <a:lnTo>
                    <a:pt x="10229" y="1139"/>
                  </a:lnTo>
                  <a:lnTo>
                    <a:pt x="9336" y="871"/>
                  </a:lnTo>
                  <a:lnTo>
                    <a:pt x="8487" y="581"/>
                  </a:lnTo>
                  <a:lnTo>
                    <a:pt x="7661" y="291"/>
                  </a:lnTo>
                  <a:lnTo>
                    <a:pt x="6879" y="0"/>
                  </a:lnTo>
                  <a:lnTo>
                    <a:pt x="6879" y="0"/>
                  </a:lnTo>
                  <a:lnTo>
                    <a:pt x="6075" y="313"/>
                  </a:lnTo>
                  <a:lnTo>
                    <a:pt x="5338" y="648"/>
                  </a:lnTo>
                  <a:lnTo>
                    <a:pt x="4624" y="983"/>
                  </a:lnTo>
                  <a:lnTo>
                    <a:pt x="3976" y="1340"/>
                  </a:lnTo>
                  <a:lnTo>
                    <a:pt x="3351" y="1697"/>
                  </a:lnTo>
                  <a:lnTo>
                    <a:pt x="2793" y="2055"/>
                  </a:lnTo>
                  <a:lnTo>
                    <a:pt x="2279" y="2412"/>
                  </a:lnTo>
                  <a:lnTo>
                    <a:pt x="1810" y="2792"/>
                  </a:lnTo>
                  <a:lnTo>
                    <a:pt x="1386" y="3171"/>
                  </a:lnTo>
                  <a:lnTo>
                    <a:pt x="1028" y="3551"/>
                  </a:lnTo>
                  <a:lnTo>
                    <a:pt x="716" y="3931"/>
                  </a:lnTo>
                  <a:lnTo>
                    <a:pt x="470" y="4310"/>
                  </a:lnTo>
                  <a:lnTo>
                    <a:pt x="269" y="4712"/>
                  </a:lnTo>
                  <a:lnTo>
                    <a:pt x="180" y="4913"/>
                  </a:lnTo>
                  <a:lnTo>
                    <a:pt x="135" y="5114"/>
                  </a:lnTo>
                  <a:lnTo>
                    <a:pt x="68" y="5315"/>
                  </a:lnTo>
                  <a:lnTo>
                    <a:pt x="46" y="5516"/>
                  </a:lnTo>
                  <a:lnTo>
                    <a:pt x="23" y="5717"/>
                  </a:lnTo>
                  <a:lnTo>
                    <a:pt x="1" y="5918"/>
                  </a:lnTo>
                  <a:lnTo>
                    <a:pt x="1" y="5918"/>
                  </a:lnTo>
                  <a:lnTo>
                    <a:pt x="23" y="6142"/>
                  </a:lnTo>
                  <a:lnTo>
                    <a:pt x="46" y="6365"/>
                  </a:lnTo>
                  <a:lnTo>
                    <a:pt x="90" y="6566"/>
                  </a:lnTo>
                  <a:lnTo>
                    <a:pt x="135" y="6789"/>
                  </a:lnTo>
                  <a:lnTo>
                    <a:pt x="224" y="7013"/>
                  </a:lnTo>
                  <a:lnTo>
                    <a:pt x="314" y="7214"/>
                  </a:lnTo>
                  <a:lnTo>
                    <a:pt x="425" y="7437"/>
                  </a:lnTo>
                  <a:lnTo>
                    <a:pt x="537" y="7638"/>
                  </a:lnTo>
                  <a:lnTo>
                    <a:pt x="671" y="7839"/>
                  </a:lnTo>
                  <a:lnTo>
                    <a:pt x="827" y="8062"/>
                  </a:lnTo>
                  <a:lnTo>
                    <a:pt x="1185" y="8464"/>
                  </a:lnTo>
                  <a:lnTo>
                    <a:pt x="1609" y="8866"/>
                  </a:lnTo>
                  <a:lnTo>
                    <a:pt x="2078" y="9268"/>
                  </a:lnTo>
                  <a:lnTo>
                    <a:pt x="2614" y="9670"/>
                  </a:lnTo>
                  <a:lnTo>
                    <a:pt x="3195" y="10050"/>
                  </a:lnTo>
                  <a:lnTo>
                    <a:pt x="3842" y="10430"/>
                  </a:lnTo>
                  <a:lnTo>
                    <a:pt x="4557" y="10809"/>
                  </a:lnTo>
                  <a:lnTo>
                    <a:pt x="5294" y="11167"/>
                  </a:lnTo>
                  <a:lnTo>
                    <a:pt x="6098" y="11524"/>
                  </a:lnTo>
                  <a:lnTo>
                    <a:pt x="6969" y="11881"/>
                  </a:lnTo>
                  <a:lnTo>
                    <a:pt x="7862" y="12216"/>
                  </a:lnTo>
                  <a:lnTo>
                    <a:pt x="84844" y="12216"/>
                  </a:lnTo>
                  <a:lnTo>
                    <a:pt x="89824" y="9871"/>
                  </a:lnTo>
                  <a:lnTo>
                    <a:pt x="89824" y="1988"/>
                  </a:lnTo>
                  <a:lnTo>
                    <a:pt x="89824" y="1988"/>
                  </a:lnTo>
                  <a:lnTo>
                    <a:pt x="89400" y="1720"/>
                  </a:lnTo>
                  <a:lnTo>
                    <a:pt x="88975" y="1474"/>
                  </a:lnTo>
                  <a:lnTo>
                    <a:pt x="88506" y="1206"/>
                  </a:lnTo>
                  <a:lnTo>
                    <a:pt x="88015" y="961"/>
                  </a:lnTo>
                  <a:lnTo>
                    <a:pt x="87501" y="715"/>
                  </a:lnTo>
                  <a:lnTo>
                    <a:pt x="86965" y="469"/>
                  </a:lnTo>
                  <a:lnTo>
                    <a:pt x="85826" y="0"/>
                  </a:lnTo>
                  <a:lnTo>
                    <a:pt x="8582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47" name="Google Shape;247;p11"/>
            <p:cNvSpPr/>
            <p:nvPr/>
          </p:nvSpPr>
          <p:spPr>
            <a:xfrm>
              <a:off x="4306084" y="3738493"/>
              <a:ext cx="4837921" cy="747038"/>
            </a:xfrm>
            <a:custGeom>
              <a:rect b="b" l="l" r="r" t="t"/>
              <a:pathLst>
                <a:path extrusionOk="0" fill="none" h="13870" w="89824">
                  <a:moveTo>
                    <a:pt x="79372" y="0"/>
                  </a:moveTo>
                  <a:lnTo>
                    <a:pt x="79372" y="0"/>
                  </a:lnTo>
                  <a:lnTo>
                    <a:pt x="77764" y="380"/>
                  </a:lnTo>
                  <a:lnTo>
                    <a:pt x="76067" y="737"/>
                  </a:lnTo>
                  <a:lnTo>
                    <a:pt x="74325" y="1072"/>
                  </a:lnTo>
                  <a:lnTo>
                    <a:pt x="72494" y="1407"/>
                  </a:lnTo>
                  <a:lnTo>
                    <a:pt x="70595" y="1698"/>
                  </a:lnTo>
                  <a:lnTo>
                    <a:pt x="68652" y="1966"/>
                  </a:lnTo>
                  <a:lnTo>
                    <a:pt x="66642" y="2234"/>
                  </a:lnTo>
                  <a:lnTo>
                    <a:pt x="64565" y="2457"/>
                  </a:lnTo>
                  <a:lnTo>
                    <a:pt x="62444" y="2658"/>
                  </a:lnTo>
                  <a:lnTo>
                    <a:pt x="60278" y="2859"/>
                  </a:lnTo>
                  <a:lnTo>
                    <a:pt x="58044" y="3015"/>
                  </a:lnTo>
                  <a:lnTo>
                    <a:pt x="55789" y="3127"/>
                  </a:lnTo>
                  <a:lnTo>
                    <a:pt x="53488" y="3239"/>
                  </a:lnTo>
                  <a:lnTo>
                    <a:pt x="51143" y="3306"/>
                  </a:lnTo>
                  <a:lnTo>
                    <a:pt x="48754" y="3350"/>
                  </a:lnTo>
                  <a:lnTo>
                    <a:pt x="46364" y="3373"/>
                  </a:lnTo>
                  <a:lnTo>
                    <a:pt x="46364" y="3373"/>
                  </a:lnTo>
                  <a:lnTo>
                    <a:pt x="43952" y="3350"/>
                  </a:lnTo>
                  <a:lnTo>
                    <a:pt x="41563" y="3306"/>
                  </a:lnTo>
                  <a:lnTo>
                    <a:pt x="39218" y="3239"/>
                  </a:lnTo>
                  <a:lnTo>
                    <a:pt x="36917" y="3127"/>
                  </a:lnTo>
                  <a:lnTo>
                    <a:pt x="34662" y="3015"/>
                  </a:lnTo>
                  <a:lnTo>
                    <a:pt x="32451" y="2859"/>
                  </a:lnTo>
                  <a:lnTo>
                    <a:pt x="30262" y="2658"/>
                  </a:lnTo>
                  <a:lnTo>
                    <a:pt x="28140" y="2457"/>
                  </a:lnTo>
                  <a:lnTo>
                    <a:pt x="26086" y="2234"/>
                  </a:lnTo>
                  <a:lnTo>
                    <a:pt x="24053" y="1966"/>
                  </a:lnTo>
                  <a:lnTo>
                    <a:pt x="22111" y="1698"/>
                  </a:lnTo>
                  <a:lnTo>
                    <a:pt x="20212" y="1407"/>
                  </a:lnTo>
                  <a:lnTo>
                    <a:pt x="18381" y="1072"/>
                  </a:lnTo>
                  <a:lnTo>
                    <a:pt x="16639" y="737"/>
                  </a:lnTo>
                  <a:lnTo>
                    <a:pt x="14942" y="380"/>
                  </a:lnTo>
                  <a:lnTo>
                    <a:pt x="13334" y="0"/>
                  </a:lnTo>
                  <a:lnTo>
                    <a:pt x="13334" y="0"/>
                  </a:lnTo>
                  <a:lnTo>
                    <a:pt x="11815" y="380"/>
                  </a:lnTo>
                  <a:lnTo>
                    <a:pt x="10386" y="782"/>
                  </a:lnTo>
                  <a:lnTo>
                    <a:pt x="9046" y="1229"/>
                  </a:lnTo>
                  <a:lnTo>
                    <a:pt x="7773" y="1653"/>
                  </a:lnTo>
                  <a:lnTo>
                    <a:pt x="6589" y="2122"/>
                  </a:lnTo>
                  <a:lnTo>
                    <a:pt x="5495" y="2591"/>
                  </a:lnTo>
                  <a:lnTo>
                    <a:pt x="4490" y="3060"/>
                  </a:lnTo>
                  <a:lnTo>
                    <a:pt x="4021" y="3328"/>
                  </a:lnTo>
                  <a:lnTo>
                    <a:pt x="3574" y="3574"/>
                  </a:lnTo>
                  <a:lnTo>
                    <a:pt x="3150" y="3819"/>
                  </a:lnTo>
                  <a:lnTo>
                    <a:pt x="2770" y="4087"/>
                  </a:lnTo>
                  <a:lnTo>
                    <a:pt x="2391" y="4333"/>
                  </a:lnTo>
                  <a:lnTo>
                    <a:pt x="2056" y="4601"/>
                  </a:lnTo>
                  <a:lnTo>
                    <a:pt x="1743" y="4869"/>
                  </a:lnTo>
                  <a:lnTo>
                    <a:pt x="1430" y="5137"/>
                  </a:lnTo>
                  <a:lnTo>
                    <a:pt x="1162" y="5405"/>
                  </a:lnTo>
                  <a:lnTo>
                    <a:pt x="939" y="5673"/>
                  </a:lnTo>
                  <a:lnTo>
                    <a:pt x="716" y="5941"/>
                  </a:lnTo>
                  <a:lnTo>
                    <a:pt x="537" y="6231"/>
                  </a:lnTo>
                  <a:lnTo>
                    <a:pt x="381" y="6499"/>
                  </a:lnTo>
                  <a:lnTo>
                    <a:pt x="247" y="6790"/>
                  </a:lnTo>
                  <a:lnTo>
                    <a:pt x="135" y="7058"/>
                  </a:lnTo>
                  <a:lnTo>
                    <a:pt x="68" y="7348"/>
                  </a:lnTo>
                  <a:lnTo>
                    <a:pt x="23" y="7638"/>
                  </a:lnTo>
                  <a:lnTo>
                    <a:pt x="1" y="7929"/>
                  </a:lnTo>
                  <a:lnTo>
                    <a:pt x="1" y="7929"/>
                  </a:lnTo>
                  <a:lnTo>
                    <a:pt x="23" y="8130"/>
                  </a:lnTo>
                  <a:lnTo>
                    <a:pt x="46" y="8331"/>
                  </a:lnTo>
                  <a:lnTo>
                    <a:pt x="68" y="8532"/>
                  </a:lnTo>
                  <a:lnTo>
                    <a:pt x="135" y="8733"/>
                  </a:lnTo>
                  <a:lnTo>
                    <a:pt x="180" y="8934"/>
                  </a:lnTo>
                  <a:lnTo>
                    <a:pt x="269" y="9135"/>
                  </a:lnTo>
                  <a:lnTo>
                    <a:pt x="470" y="9537"/>
                  </a:lnTo>
                  <a:lnTo>
                    <a:pt x="716" y="9916"/>
                  </a:lnTo>
                  <a:lnTo>
                    <a:pt x="1028" y="10318"/>
                  </a:lnTo>
                  <a:lnTo>
                    <a:pt x="1386" y="10698"/>
                  </a:lnTo>
                  <a:lnTo>
                    <a:pt x="1810" y="11055"/>
                  </a:lnTo>
                  <a:lnTo>
                    <a:pt x="2279" y="11435"/>
                  </a:lnTo>
                  <a:lnTo>
                    <a:pt x="2793" y="11792"/>
                  </a:lnTo>
                  <a:lnTo>
                    <a:pt x="3351" y="12150"/>
                  </a:lnTo>
                  <a:lnTo>
                    <a:pt x="3976" y="12507"/>
                  </a:lnTo>
                  <a:lnTo>
                    <a:pt x="4624" y="12864"/>
                  </a:lnTo>
                  <a:lnTo>
                    <a:pt x="5338" y="13199"/>
                  </a:lnTo>
                  <a:lnTo>
                    <a:pt x="6075" y="13534"/>
                  </a:lnTo>
                  <a:lnTo>
                    <a:pt x="6879" y="13869"/>
                  </a:lnTo>
                  <a:lnTo>
                    <a:pt x="6879" y="13869"/>
                  </a:lnTo>
                  <a:lnTo>
                    <a:pt x="7661" y="13557"/>
                  </a:lnTo>
                  <a:lnTo>
                    <a:pt x="8487" y="13266"/>
                  </a:lnTo>
                  <a:lnTo>
                    <a:pt x="9336" y="12976"/>
                  </a:lnTo>
                  <a:lnTo>
                    <a:pt x="10229" y="12708"/>
                  </a:lnTo>
                  <a:lnTo>
                    <a:pt x="11167" y="12440"/>
                  </a:lnTo>
                  <a:lnTo>
                    <a:pt x="12128" y="12172"/>
                  </a:lnTo>
                  <a:lnTo>
                    <a:pt x="13110" y="11904"/>
                  </a:lnTo>
                  <a:lnTo>
                    <a:pt x="14138" y="11658"/>
                  </a:lnTo>
                  <a:lnTo>
                    <a:pt x="15210" y="11413"/>
                  </a:lnTo>
                  <a:lnTo>
                    <a:pt x="16282" y="11189"/>
                  </a:lnTo>
                  <a:lnTo>
                    <a:pt x="17421" y="10966"/>
                  </a:lnTo>
                  <a:lnTo>
                    <a:pt x="18560" y="10743"/>
                  </a:lnTo>
                  <a:lnTo>
                    <a:pt x="20927" y="10318"/>
                  </a:lnTo>
                  <a:lnTo>
                    <a:pt x="23428" y="9961"/>
                  </a:lnTo>
                  <a:lnTo>
                    <a:pt x="25996" y="9626"/>
                  </a:lnTo>
                  <a:lnTo>
                    <a:pt x="28676" y="9336"/>
                  </a:lnTo>
                  <a:lnTo>
                    <a:pt x="31446" y="9068"/>
                  </a:lnTo>
                  <a:lnTo>
                    <a:pt x="34304" y="8867"/>
                  </a:lnTo>
                  <a:lnTo>
                    <a:pt x="37208" y="8688"/>
                  </a:lnTo>
                  <a:lnTo>
                    <a:pt x="40200" y="8576"/>
                  </a:lnTo>
                  <a:lnTo>
                    <a:pt x="43260" y="8509"/>
                  </a:lnTo>
                  <a:lnTo>
                    <a:pt x="46364" y="8487"/>
                  </a:lnTo>
                  <a:lnTo>
                    <a:pt x="46364" y="8487"/>
                  </a:lnTo>
                  <a:lnTo>
                    <a:pt x="49468" y="8509"/>
                  </a:lnTo>
                  <a:lnTo>
                    <a:pt x="52506" y="8576"/>
                  </a:lnTo>
                  <a:lnTo>
                    <a:pt x="55498" y="8688"/>
                  </a:lnTo>
                  <a:lnTo>
                    <a:pt x="58424" y="8867"/>
                  </a:lnTo>
                  <a:lnTo>
                    <a:pt x="61260" y="9068"/>
                  </a:lnTo>
                  <a:lnTo>
                    <a:pt x="64029" y="9336"/>
                  </a:lnTo>
                  <a:lnTo>
                    <a:pt x="66709" y="9626"/>
                  </a:lnTo>
                  <a:lnTo>
                    <a:pt x="69278" y="9961"/>
                  </a:lnTo>
                  <a:lnTo>
                    <a:pt x="71779" y="10318"/>
                  </a:lnTo>
                  <a:lnTo>
                    <a:pt x="74146" y="10743"/>
                  </a:lnTo>
                  <a:lnTo>
                    <a:pt x="75308" y="10966"/>
                  </a:lnTo>
                  <a:lnTo>
                    <a:pt x="76424" y="11189"/>
                  </a:lnTo>
                  <a:lnTo>
                    <a:pt x="77496" y="11413"/>
                  </a:lnTo>
                  <a:lnTo>
                    <a:pt x="78568" y="11658"/>
                  </a:lnTo>
                  <a:lnTo>
                    <a:pt x="79596" y="11904"/>
                  </a:lnTo>
                  <a:lnTo>
                    <a:pt x="80578" y="12172"/>
                  </a:lnTo>
                  <a:lnTo>
                    <a:pt x="81538" y="12440"/>
                  </a:lnTo>
                  <a:lnTo>
                    <a:pt x="82476" y="12708"/>
                  </a:lnTo>
                  <a:lnTo>
                    <a:pt x="83370" y="12976"/>
                  </a:lnTo>
                  <a:lnTo>
                    <a:pt x="84218" y="13266"/>
                  </a:lnTo>
                  <a:lnTo>
                    <a:pt x="85045" y="13557"/>
                  </a:lnTo>
                  <a:lnTo>
                    <a:pt x="85826" y="13869"/>
                  </a:lnTo>
                  <a:lnTo>
                    <a:pt x="85826" y="13869"/>
                  </a:lnTo>
                  <a:lnTo>
                    <a:pt x="86965" y="13378"/>
                  </a:lnTo>
                  <a:lnTo>
                    <a:pt x="88015" y="12887"/>
                  </a:lnTo>
                  <a:lnTo>
                    <a:pt x="88506" y="12641"/>
                  </a:lnTo>
                  <a:lnTo>
                    <a:pt x="88975" y="12395"/>
                  </a:lnTo>
                  <a:lnTo>
                    <a:pt x="89400" y="12127"/>
                  </a:lnTo>
                  <a:lnTo>
                    <a:pt x="89824" y="11859"/>
                  </a:lnTo>
                  <a:lnTo>
                    <a:pt x="89824" y="3998"/>
                  </a:lnTo>
                  <a:lnTo>
                    <a:pt x="89824" y="3998"/>
                  </a:lnTo>
                  <a:lnTo>
                    <a:pt x="89377" y="3708"/>
                  </a:lnTo>
                  <a:lnTo>
                    <a:pt x="88886" y="3440"/>
                  </a:lnTo>
                  <a:lnTo>
                    <a:pt x="88395" y="3149"/>
                  </a:lnTo>
                  <a:lnTo>
                    <a:pt x="87859" y="2881"/>
                  </a:lnTo>
                  <a:lnTo>
                    <a:pt x="87300" y="2613"/>
                  </a:lnTo>
                  <a:lnTo>
                    <a:pt x="86697" y="2368"/>
                  </a:lnTo>
                  <a:lnTo>
                    <a:pt x="86094" y="2100"/>
                  </a:lnTo>
                  <a:lnTo>
                    <a:pt x="85447" y="1854"/>
                  </a:lnTo>
                  <a:lnTo>
                    <a:pt x="84084" y="1363"/>
                  </a:lnTo>
                  <a:lnTo>
                    <a:pt x="82610" y="871"/>
                  </a:lnTo>
                  <a:lnTo>
                    <a:pt x="81047" y="425"/>
                  </a:lnTo>
                  <a:lnTo>
                    <a:pt x="79372" y="0"/>
                  </a:lnTo>
                  <a:lnTo>
                    <a:pt x="79372"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48" name="Google Shape;248;p11"/>
            <p:cNvSpPr/>
            <p:nvPr/>
          </p:nvSpPr>
          <p:spPr>
            <a:xfrm>
              <a:off x="4306084" y="2701610"/>
              <a:ext cx="4837921" cy="1036913"/>
            </a:xfrm>
            <a:custGeom>
              <a:rect b="b" l="l" r="r" t="t"/>
              <a:pathLst>
                <a:path extrusionOk="0" fill="none" h="19252" w="89824">
                  <a:moveTo>
                    <a:pt x="46364" y="1"/>
                  </a:moveTo>
                  <a:lnTo>
                    <a:pt x="46364" y="1"/>
                  </a:lnTo>
                  <a:lnTo>
                    <a:pt x="43974" y="1"/>
                  </a:lnTo>
                  <a:lnTo>
                    <a:pt x="41607" y="45"/>
                  </a:lnTo>
                  <a:lnTo>
                    <a:pt x="39307" y="135"/>
                  </a:lnTo>
                  <a:lnTo>
                    <a:pt x="37007" y="224"/>
                  </a:lnTo>
                  <a:lnTo>
                    <a:pt x="34773" y="358"/>
                  </a:lnTo>
                  <a:lnTo>
                    <a:pt x="32562" y="492"/>
                  </a:lnTo>
                  <a:lnTo>
                    <a:pt x="30418" y="671"/>
                  </a:lnTo>
                  <a:lnTo>
                    <a:pt x="28319" y="872"/>
                  </a:lnTo>
                  <a:lnTo>
                    <a:pt x="26264" y="1117"/>
                  </a:lnTo>
                  <a:lnTo>
                    <a:pt x="24254" y="1363"/>
                  </a:lnTo>
                  <a:lnTo>
                    <a:pt x="22334" y="1631"/>
                  </a:lnTo>
                  <a:lnTo>
                    <a:pt x="20436" y="1921"/>
                  </a:lnTo>
                  <a:lnTo>
                    <a:pt x="18627" y="2234"/>
                  </a:lnTo>
                  <a:lnTo>
                    <a:pt x="16885" y="2569"/>
                  </a:lnTo>
                  <a:lnTo>
                    <a:pt x="15187" y="2926"/>
                  </a:lnTo>
                  <a:lnTo>
                    <a:pt x="13579" y="3306"/>
                  </a:lnTo>
                  <a:lnTo>
                    <a:pt x="12038" y="3708"/>
                  </a:lnTo>
                  <a:lnTo>
                    <a:pt x="10587" y="4110"/>
                  </a:lnTo>
                  <a:lnTo>
                    <a:pt x="9224" y="4534"/>
                  </a:lnTo>
                  <a:lnTo>
                    <a:pt x="7929" y="4981"/>
                  </a:lnTo>
                  <a:lnTo>
                    <a:pt x="6723" y="5450"/>
                  </a:lnTo>
                  <a:lnTo>
                    <a:pt x="5606" y="5919"/>
                  </a:lnTo>
                  <a:lnTo>
                    <a:pt x="4579" y="6410"/>
                  </a:lnTo>
                  <a:lnTo>
                    <a:pt x="4110" y="6656"/>
                  </a:lnTo>
                  <a:lnTo>
                    <a:pt x="3641" y="6901"/>
                  </a:lnTo>
                  <a:lnTo>
                    <a:pt x="3217" y="7169"/>
                  </a:lnTo>
                  <a:lnTo>
                    <a:pt x="2815" y="7415"/>
                  </a:lnTo>
                  <a:lnTo>
                    <a:pt x="2435" y="7683"/>
                  </a:lnTo>
                  <a:lnTo>
                    <a:pt x="2100" y="7951"/>
                  </a:lnTo>
                  <a:lnTo>
                    <a:pt x="1765" y="8219"/>
                  </a:lnTo>
                  <a:lnTo>
                    <a:pt x="1475" y="8487"/>
                  </a:lnTo>
                  <a:lnTo>
                    <a:pt x="1185" y="8755"/>
                  </a:lnTo>
                  <a:lnTo>
                    <a:pt x="961" y="9023"/>
                  </a:lnTo>
                  <a:lnTo>
                    <a:pt x="738" y="9313"/>
                  </a:lnTo>
                  <a:lnTo>
                    <a:pt x="537" y="9581"/>
                  </a:lnTo>
                  <a:lnTo>
                    <a:pt x="381" y="9872"/>
                  </a:lnTo>
                  <a:lnTo>
                    <a:pt x="247" y="10140"/>
                  </a:lnTo>
                  <a:lnTo>
                    <a:pt x="135" y="10430"/>
                  </a:lnTo>
                  <a:lnTo>
                    <a:pt x="68" y="10720"/>
                  </a:lnTo>
                  <a:lnTo>
                    <a:pt x="23" y="11011"/>
                  </a:lnTo>
                  <a:lnTo>
                    <a:pt x="1" y="11301"/>
                  </a:lnTo>
                  <a:lnTo>
                    <a:pt x="1" y="11301"/>
                  </a:lnTo>
                  <a:lnTo>
                    <a:pt x="23" y="11591"/>
                  </a:lnTo>
                  <a:lnTo>
                    <a:pt x="68" y="11882"/>
                  </a:lnTo>
                  <a:lnTo>
                    <a:pt x="135" y="12172"/>
                  </a:lnTo>
                  <a:lnTo>
                    <a:pt x="247" y="12462"/>
                  </a:lnTo>
                  <a:lnTo>
                    <a:pt x="381" y="12730"/>
                  </a:lnTo>
                  <a:lnTo>
                    <a:pt x="537" y="13021"/>
                  </a:lnTo>
                  <a:lnTo>
                    <a:pt x="716" y="13289"/>
                  </a:lnTo>
                  <a:lnTo>
                    <a:pt x="939" y="13557"/>
                  </a:lnTo>
                  <a:lnTo>
                    <a:pt x="1162" y="13847"/>
                  </a:lnTo>
                  <a:lnTo>
                    <a:pt x="1430" y="14115"/>
                  </a:lnTo>
                  <a:lnTo>
                    <a:pt x="1743" y="14383"/>
                  </a:lnTo>
                  <a:lnTo>
                    <a:pt x="2056" y="14629"/>
                  </a:lnTo>
                  <a:lnTo>
                    <a:pt x="2391" y="14897"/>
                  </a:lnTo>
                  <a:lnTo>
                    <a:pt x="2770" y="15165"/>
                  </a:lnTo>
                  <a:lnTo>
                    <a:pt x="3150" y="15410"/>
                  </a:lnTo>
                  <a:lnTo>
                    <a:pt x="3574" y="15678"/>
                  </a:lnTo>
                  <a:lnTo>
                    <a:pt x="4021" y="15924"/>
                  </a:lnTo>
                  <a:lnTo>
                    <a:pt x="4490" y="16170"/>
                  </a:lnTo>
                  <a:lnTo>
                    <a:pt x="5495" y="16661"/>
                  </a:lnTo>
                  <a:lnTo>
                    <a:pt x="6589" y="17130"/>
                  </a:lnTo>
                  <a:lnTo>
                    <a:pt x="7773" y="17577"/>
                  </a:lnTo>
                  <a:lnTo>
                    <a:pt x="9046" y="18023"/>
                  </a:lnTo>
                  <a:lnTo>
                    <a:pt x="10386" y="18447"/>
                  </a:lnTo>
                  <a:lnTo>
                    <a:pt x="11815" y="18849"/>
                  </a:lnTo>
                  <a:lnTo>
                    <a:pt x="13334" y="19251"/>
                  </a:lnTo>
                  <a:lnTo>
                    <a:pt x="13334" y="19251"/>
                  </a:lnTo>
                  <a:lnTo>
                    <a:pt x="14942" y="18872"/>
                  </a:lnTo>
                  <a:lnTo>
                    <a:pt x="16639" y="18492"/>
                  </a:lnTo>
                  <a:lnTo>
                    <a:pt x="18381" y="18157"/>
                  </a:lnTo>
                  <a:lnTo>
                    <a:pt x="20212" y="17845"/>
                  </a:lnTo>
                  <a:lnTo>
                    <a:pt x="22111" y="17532"/>
                  </a:lnTo>
                  <a:lnTo>
                    <a:pt x="24053" y="17264"/>
                  </a:lnTo>
                  <a:lnTo>
                    <a:pt x="26086" y="16996"/>
                  </a:lnTo>
                  <a:lnTo>
                    <a:pt x="28140" y="16773"/>
                  </a:lnTo>
                  <a:lnTo>
                    <a:pt x="30262" y="16572"/>
                  </a:lnTo>
                  <a:lnTo>
                    <a:pt x="32451" y="16393"/>
                  </a:lnTo>
                  <a:lnTo>
                    <a:pt x="34662" y="16237"/>
                  </a:lnTo>
                  <a:lnTo>
                    <a:pt x="36917" y="16103"/>
                  </a:lnTo>
                  <a:lnTo>
                    <a:pt x="39218" y="15991"/>
                  </a:lnTo>
                  <a:lnTo>
                    <a:pt x="41563" y="15924"/>
                  </a:lnTo>
                  <a:lnTo>
                    <a:pt x="43952" y="15879"/>
                  </a:lnTo>
                  <a:lnTo>
                    <a:pt x="46364" y="15857"/>
                  </a:lnTo>
                  <a:lnTo>
                    <a:pt x="46364" y="15857"/>
                  </a:lnTo>
                  <a:lnTo>
                    <a:pt x="48754" y="15879"/>
                  </a:lnTo>
                  <a:lnTo>
                    <a:pt x="51143" y="15924"/>
                  </a:lnTo>
                  <a:lnTo>
                    <a:pt x="53488" y="15991"/>
                  </a:lnTo>
                  <a:lnTo>
                    <a:pt x="55789" y="16103"/>
                  </a:lnTo>
                  <a:lnTo>
                    <a:pt x="58044" y="16237"/>
                  </a:lnTo>
                  <a:lnTo>
                    <a:pt x="60278" y="16393"/>
                  </a:lnTo>
                  <a:lnTo>
                    <a:pt x="62444" y="16572"/>
                  </a:lnTo>
                  <a:lnTo>
                    <a:pt x="64565" y="16773"/>
                  </a:lnTo>
                  <a:lnTo>
                    <a:pt x="66642" y="16996"/>
                  </a:lnTo>
                  <a:lnTo>
                    <a:pt x="68652" y="17264"/>
                  </a:lnTo>
                  <a:lnTo>
                    <a:pt x="70595" y="17532"/>
                  </a:lnTo>
                  <a:lnTo>
                    <a:pt x="72494" y="17845"/>
                  </a:lnTo>
                  <a:lnTo>
                    <a:pt x="74325" y="18157"/>
                  </a:lnTo>
                  <a:lnTo>
                    <a:pt x="76067" y="18492"/>
                  </a:lnTo>
                  <a:lnTo>
                    <a:pt x="77764" y="18872"/>
                  </a:lnTo>
                  <a:lnTo>
                    <a:pt x="79372" y="19251"/>
                  </a:lnTo>
                  <a:lnTo>
                    <a:pt x="79372" y="19251"/>
                  </a:lnTo>
                  <a:lnTo>
                    <a:pt x="81047" y="18805"/>
                  </a:lnTo>
                  <a:lnTo>
                    <a:pt x="82610" y="18358"/>
                  </a:lnTo>
                  <a:lnTo>
                    <a:pt x="84084" y="17889"/>
                  </a:lnTo>
                  <a:lnTo>
                    <a:pt x="85447" y="17398"/>
                  </a:lnTo>
                  <a:lnTo>
                    <a:pt x="86094" y="17130"/>
                  </a:lnTo>
                  <a:lnTo>
                    <a:pt x="86697" y="16884"/>
                  </a:lnTo>
                  <a:lnTo>
                    <a:pt x="87300" y="16616"/>
                  </a:lnTo>
                  <a:lnTo>
                    <a:pt x="87859" y="16348"/>
                  </a:lnTo>
                  <a:lnTo>
                    <a:pt x="88395" y="16080"/>
                  </a:lnTo>
                  <a:lnTo>
                    <a:pt x="88886" y="15812"/>
                  </a:lnTo>
                  <a:lnTo>
                    <a:pt x="89377" y="15522"/>
                  </a:lnTo>
                  <a:lnTo>
                    <a:pt x="89824" y="15254"/>
                  </a:lnTo>
                  <a:lnTo>
                    <a:pt x="89824" y="7370"/>
                  </a:lnTo>
                  <a:lnTo>
                    <a:pt x="89824" y="7370"/>
                  </a:lnTo>
                  <a:lnTo>
                    <a:pt x="89176" y="6968"/>
                  </a:lnTo>
                  <a:lnTo>
                    <a:pt x="88462" y="6566"/>
                  </a:lnTo>
                  <a:lnTo>
                    <a:pt x="87702" y="6187"/>
                  </a:lnTo>
                  <a:lnTo>
                    <a:pt x="86876" y="5807"/>
                  </a:lnTo>
                  <a:lnTo>
                    <a:pt x="86005" y="5450"/>
                  </a:lnTo>
                  <a:lnTo>
                    <a:pt x="85067" y="5092"/>
                  </a:lnTo>
                  <a:lnTo>
                    <a:pt x="84084" y="4735"/>
                  </a:lnTo>
                  <a:lnTo>
                    <a:pt x="83057" y="4400"/>
                  </a:lnTo>
                  <a:lnTo>
                    <a:pt x="81985" y="4065"/>
                  </a:lnTo>
                  <a:lnTo>
                    <a:pt x="80846" y="3752"/>
                  </a:lnTo>
                  <a:lnTo>
                    <a:pt x="79663" y="3440"/>
                  </a:lnTo>
                  <a:lnTo>
                    <a:pt x="78434" y="3149"/>
                  </a:lnTo>
                  <a:lnTo>
                    <a:pt x="77161" y="2859"/>
                  </a:lnTo>
                  <a:lnTo>
                    <a:pt x="75844" y="2569"/>
                  </a:lnTo>
                  <a:lnTo>
                    <a:pt x="74504" y="2323"/>
                  </a:lnTo>
                  <a:lnTo>
                    <a:pt x="73097" y="2055"/>
                  </a:lnTo>
                  <a:lnTo>
                    <a:pt x="71667" y="1832"/>
                  </a:lnTo>
                  <a:lnTo>
                    <a:pt x="70193" y="1609"/>
                  </a:lnTo>
                  <a:lnTo>
                    <a:pt x="68675" y="1385"/>
                  </a:lnTo>
                  <a:lnTo>
                    <a:pt x="67134" y="1184"/>
                  </a:lnTo>
                  <a:lnTo>
                    <a:pt x="65548" y="1006"/>
                  </a:lnTo>
                  <a:lnTo>
                    <a:pt x="63940" y="827"/>
                  </a:lnTo>
                  <a:lnTo>
                    <a:pt x="62310" y="671"/>
                  </a:lnTo>
                  <a:lnTo>
                    <a:pt x="60635" y="537"/>
                  </a:lnTo>
                  <a:lnTo>
                    <a:pt x="58938" y="425"/>
                  </a:lnTo>
                  <a:lnTo>
                    <a:pt x="57196" y="313"/>
                  </a:lnTo>
                  <a:lnTo>
                    <a:pt x="55454" y="202"/>
                  </a:lnTo>
                  <a:lnTo>
                    <a:pt x="53667" y="135"/>
                  </a:lnTo>
                  <a:lnTo>
                    <a:pt x="51880" y="68"/>
                  </a:lnTo>
                  <a:lnTo>
                    <a:pt x="50049" y="23"/>
                  </a:lnTo>
                  <a:lnTo>
                    <a:pt x="48218" y="1"/>
                  </a:lnTo>
                  <a:lnTo>
                    <a:pt x="46364" y="1"/>
                  </a:lnTo>
                  <a:lnTo>
                    <a:pt x="46364" y="1"/>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
        <p:nvSpPr>
          <p:cNvPr id="249" name="Google Shape;249;p11"/>
          <p:cNvSpPr txBox="1"/>
          <p:nvPr>
            <p:ph idx="1" type="subTitle"/>
          </p:nvPr>
        </p:nvSpPr>
        <p:spPr>
          <a:xfrm>
            <a:off x="278850" y="2976125"/>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0" name="Google Shape;250;p11"/>
          <p:cNvSpPr txBox="1"/>
          <p:nvPr>
            <p:ph idx="3" type="subTitle"/>
          </p:nvPr>
        </p:nvSpPr>
        <p:spPr>
          <a:xfrm>
            <a:off x="1720650" y="25893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1" name="Google Shape;251;p11"/>
          <p:cNvSpPr txBox="1"/>
          <p:nvPr>
            <p:ph idx="4" type="subTitle"/>
          </p:nvPr>
        </p:nvSpPr>
        <p:spPr>
          <a:xfrm>
            <a:off x="3155400" y="23066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2" name="Google Shape;252;p11"/>
          <p:cNvSpPr txBox="1"/>
          <p:nvPr>
            <p:ph idx="5" type="subTitle"/>
          </p:nvPr>
        </p:nvSpPr>
        <p:spPr>
          <a:xfrm>
            <a:off x="4597200" y="19932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3" name="Google Shape;253;p11"/>
          <p:cNvSpPr txBox="1"/>
          <p:nvPr>
            <p:ph idx="6" type="subTitle"/>
          </p:nvPr>
        </p:nvSpPr>
        <p:spPr>
          <a:xfrm>
            <a:off x="6031950" y="16491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4" name="Google Shape;254;p11"/>
          <p:cNvSpPr txBox="1"/>
          <p:nvPr>
            <p:ph idx="7" type="subTitle"/>
          </p:nvPr>
        </p:nvSpPr>
        <p:spPr>
          <a:xfrm>
            <a:off x="7473750" y="12779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255" name="Google Shape;255;p11"/>
          <p:cNvGrpSpPr/>
          <p:nvPr/>
        </p:nvGrpSpPr>
        <p:grpSpPr>
          <a:xfrm>
            <a:off x="2674998" y="2923250"/>
            <a:ext cx="6470027" cy="2221724"/>
            <a:chOff x="2674998" y="2923250"/>
            <a:chExt cx="6470027" cy="2221724"/>
          </a:xfrm>
        </p:grpSpPr>
        <p:sp>
          <p:nvSpPr>
            <p:cNvPr id="256" name="Google Shape;256;p11"/>
            <p:cNvSpPr/>
            <p:nvPr/>
          </p:nvSpPr>
          <p:spPr>
            <a:xfrm flipH="1">
              <a:off x="2674998" y="2923250"/>
              <a:ext cx="6469577" cy="2221028"/>
            </a:xfrm>
            <a:custGeom>
              <a:rect b="b" l="l" r="r" t="t"/>
              <a:pathLst>
                <a:path extrusionOk="0" h="140705" w="409856">
                  <a:moveTo>
                    <a:pt x="31655" y="0"/>
                  </a:moveTo>
                  <a:lnTo>
                    <a:pt x="0" y="140608"/>
                  </a:lnTo>
                  <a:lnTo>
                    <a:pt x="198782" y="140640"/>
                  </a:lnTo>
                  <a:lnTo>
                    <a:pt x="409856" y="140705"/>
                  </a:lnTo>
                  <a:close/>
                </a:path>
              </a:pathLst>
            </a:custGeom>
            <a:gradFill>
              <a:gsLst>
                <a:gs pos="0">
                  <a:schemeClr val="accent3"/>
                </a:gs>
                <a:gs pos="35000">
                  <a:schemeClr val="accent3"/>
                </a:gs>
                <a:gs pos="100000">
                  <a:schemeClr val="accent1"/>
                </a:gs>
              </a:gsLst>
              <a:lin ang="8099331" scaled="0"/>
            </a:gradFill>
            <a:ln>
              <a:noFill/>
            </a:ln>
          </p:spPr>
        </p:sp>
        <p:sp>
          <p:nvSpPr>
            <p:cNvPr id="257" name="Google Shape;257;p11"/>
            <p:cNvSpPr/>
            <p:nvPr/>
          </p:nvSpPr>
          <p:spPr>
            <a:xfrm flipH="1">
              <a:off x="8645446" y="2924025"/>
              <a:ext cx="499579" cy="2220949"/>
            </a:xfrm>
            <a:custGeom>
              <a:rect b="b" l="l" r="r" t="t"/>
              <a:pathLst>
                <a:path extrusionOk="0" h="140700" w="31649">
                  <a:moveTo>
                    <a:pt x="31649" y="0"/>
                  </a:moveTo>
                  <a:lnTo>
                    <a:pt x="0" y="140700"/>
                  </a:lnTo>
                  <a:lnTo>
                    <a:pt x="65" y="53185"/>
                  </a:lnTo>
                  <a:close/>
                </a:path>
              </a:pathLst>
            </a:custGeom>
            <a:solidFill>
              <a:schemeClr val="accent5"/>
            </a:solidFill>
            <a:ln>
              <a:noFill/>
            </a:ln>
          </p:spPr>
        </p:sp>
      </p:grpSp>
      <p:sp>
        <p:nvSpPr>
          <p:cNvPr id="258" name="Google Shape;258;p11"/>
          <p:cNvSpPr txBox="1"/>
          <p:nvPr>
            <p:ph idx="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1_1_1_1_1_1_1_1_7">
    <p:spTree>
      <p:nvGrpSpPr>
        <p:cNvPr id="259" name="Shape 259"/>
        <p:cNvGrpSpPr/>
        <p:nvPr/>
      </p:nvGrpSpPr>
      <p:grpSpPr>
        <a:xfrm>
          <a:off x="0" y="0"/>
          <a:ext cx="0" cy="0"/>
          <a:chOff x="0" y="0"/>
          <a:chExt cx="0" cy="0"/>
        </a:xfrm>
      </p:grpSpPr>
      <p:sp>
        <p:nvSpPr>
          <p:cNvPr id="260" name="Google Shape;260;p12"/>
          <p:cNvSpPr/>
          <p:nvPr/>
        </p:nvSpPr>
        <p:spPr>
          <a:xfrm>
            <a:off x="5050850" y="3243900"/>
            <a:ext cx="4093093" cy="1899657"/>
          </a:xfrm>
          <a:custGeom>
            <a:rect b="b" l="l" r="r" t="t"/>
            <a:pathLst>
              <a:path extrusionOk="0" fill="none" h="54955" w="115714">
                <a:moveTo>
                  <a:pt x="115714" y="0"/>
                </a:moveTo>
                <a:lnTo>
                  <a:pt x="115714" y="0"/>
                </a:lnTo>
                <a:lnTo>
                  <a:pt x="113184" y="224"/>
                </a:lnTo>
                <a:lnTo>
                  <a:pt x="110579" y="447"/>
                </a:lnTo>
                <a:lnTo>
                  <a:pt x="107938" y="744"/>
                </a:lnTo>
                <a:lnTo>
                  <a:pt x="105296" y="1079"/>
                </a:lnTo>
                <a:lnTo>
                  <a:pt x="102580" y="1451"/>
                </a:lnTo>
                <a:lnTo>
                  <a:pt x="99827" y="1898"/>
                </a:lnTo>
                <a:lnTo>
                  <a:pt x="97036" y="2382"/>
                </a:lnTo>
                <a:lnTo>
                  <a:pt x="94208" y="2902"/>
                </a:lnTo>
                <a:lnTo>
                  <a:pt x="91381" y="3461"/>
                </a:lnTo>
                <a:lnTo>
                  <a:pt x="88516" y="4093"/>
                </a:lnTo>
                <a:lnTo>
                  <a:pt x="85614" y="4763"/>
                </a:lnTo>
                <a:lnTo>
                  <a:pt x="82674" y="5470"/>
                </a:lnTo>
                <a:lnTo>
                  <a:pt x="79735" y="6251"/>
                </a:lnTo>
                <a:lnTo>
                  <a:pt x="76758" y="7032"/>
                </a:lnTo>
                <a:lnTo>
                  <a:pt x="73782" y="7925"/>
                </a:lnTo>
                <a:lnTo>
                  <a:pt x="70805" y="8818"/>
                </a:lnTo>
                <a:lnTo>
                  <a:pt x="70805" y="8818"/>
                </a:lnTo>
                <a:lnTo>
                  <a:pt x="67308" y="9935"/>
                </a:lnTo>
                <a:lnTo>
                  <a:pt x="63885" y="11088"/>
                </a:lnTo>
                <a:lnTo>
                  <a:pt x="60499" y="12279"/>
                </a:lnTo>
                <a:lnTo>
                  <a:pt x="57187" y="13506"/>
                </a:lnTo>
                <a:lnTo>
                  <a:pt x="53950" y="14772"/>
                </a:lnTo>
                <a:lnTo>
                  <a:pt x="50788" y="16074"/>
                </a:lnTo>
                <a:lnTo>
                  <a:pt x="47662" y="17413"/>
                </a:lnTo>
                <a:lnTo>
                  <a:pt x="44611" y="18753"/>
                </a:lnTo>
                <a:lnTo>
                  <a:pt x="41635" y="20167"/>
                </a:lnTo>
                <a:lnTo>
                  <a:pt x="38770" y="21580"/>
                </a:lnTo>
                <a:lnTo>
                  <a:pt x="35942" y="22994"/>
                </a:lnTo>
                <a:lnTo>
                  <a:pt x="33226" y="24445"/>
                </a:lnTo>
                <a:lnTo>
                  <a:pt x="30547" y="25934"/>
                </a:lnTo>
                <a:lnTo>
                  <a:pt x="28017" y="27422"/>
                </a:lnTo>
                <a:lnTo>
                  <a:pt x="25524" y="28947"/>
                </a:lnTo>
                <a:lnTo>
                  <a:pt x="23180" y="30473"/>
                </a:lnTo>
                <a:lnTo>
                  <a:pt x="20873" y="31998"/>
                </a:lnTo>
                <a:lnTo>
                  <a:pt x="18715" y="33561"/>
                </a:lnTo>
                <a:lnTo>
                  <a:pt x="16632" y="35086"/>
                </a:lnTo>
                <a:lnTo>
                  <a:pt x="14660" y="36649"/>
                </a:lnTo>
                <a:lnTo>
                  <a:pt x="12762" y="38212"/>
                </a:lnTo>
                <a:lnTo>
                  <a:pt x="11013" y="39775"/>
                </a:lnTo>
                <a:lnTo>
                  <a:pt x="9376" y="41337"/>
                </a:lnTo>
                <a:lnTo>
                  <a:pt x="7814" y="42900"/>
                </a:lnTo>
                <a:lnTo>
                  <a:pt x="6400" y="44425"/>
                </a:lnTo>
                <a:lnTo>
                  <a:pt x="5098" y="45988"/>
                </a:lnTo>
                <a:lnTo>
                  <a:pt x="4502" y="46732"/>
                </a:lnTo>
                <a:lnTo>
                  <a:pt x="3944" y="47514"/>
                </a:lnTo>
                <a:lnTo>
                  <a:pt x="3386" y="48258"/>
                </a:lnTo>
                <a:lnTo>
                  <a:pt x="2902" y="49039"/>
                </a:lnTo>
                <a:lnTo>
                  <a:pt x="2419" y="49783"/>
                </a:lnTo>
                <a:lnTo>
                  <a:pt x="1972" y="50527"/>
                </a:lnTo>
                <a:lnTo>
                  <a:pt x="1563" y="51272"/>
                </a:lnTo>
                <a:lnTo>
                  <a:pt x="1191" y="52016"/>
                </a:lnTo>
                <a:lnTo>
                  <a:pt x="819" y="52760"/>
                </a:lnTo>
                <a:lnTo>
                  <a:pt x="521" y="53504"/>
                </a:lnTo>
                <a:lnTo>
                  <a:pt x="223" y="54248"/>
                </a:lnTo>
                <a:lnTo>
                  <a:pt x="0" y="54955"/>
                </a:lnTo>
                <a:lnTo>
                  <a:pt x="115714" y="54955"/>
                </a:lnTo>
                <a:lnTo>
                  <a:pt x="115714" y="0"/>
                </a:lnTo>
                <a:lnTo>
                  <a:pt x="115714"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61" name="Google Shape;261;p12"/>
          <p:cNvSpPr/>
          <p:nvPr/>
        </p:nvSpPr>
        <p:spPr>
          <a:xfrm>
            <a:off x="6123025" y="-3887"/>
            <a:ext cx="3022650" cy="837525"/>
          </a:xfrm>
          <a:custGeom>
            <a:rect b="b" l="l" r="r" t="t"/>
            <a:pathLst>
              <a:path extrusionOk="0" h="33501" w="120906">
                <a:moveTo>
                  <a:pt x="0" y="1"/>
                </a:moveTo>
                <a:lnTo>
                  <a:pt x="36409" y="33501"/>
                </a:lnTo>
                <a:lnTo>
                  <a:pt x="120847" y="20748"/>
                </a:lnTo>
                <a:lnTo>
                  <a:pt x="120906" y="0"/>
                </a:lnTo>
                <a:close/>
              </a:path>
            </a:pathLst>
          </a:custGeom>
          <a:gradFill>
            <a:gsLst>
              <a:gs pos="0">
                <a:schemeClr val="accent2"/>
              </a:gs>
              <a:gs pos="37000">
                <a:schemeClr val="lt2"/>
              </a:gs>
              <a:gs pos="92000">
                <a:schemeClr val="accent1"/>
              </a:gs>
              <a:gs pos="100000">
                <a:schemeClr val="accent1"/>
              </a:gs>
            </a:gsLst>
            <a:lin ang="10800025" scaled="0"/>
          </a:gradFill>
          <a:ln>
            <a:noFill/>
          </a:ln>
          <a:effectLst>
            <a:outerShdw blurRad="700088" rotWithShape="0" algn="bl" dir="5700000" dist="219075">
              <a:schemeClr val="lt2">
                <a:alpha val="40000"/>
              </a:schemeClr>
            </a:outerShdw>
          </a:effectLst>
        </p:spPr>
      </p:sp>
      <p:sp>
        <p:nvSpPr>
          <p:cNvPr id="262" name="Google Shape;262;p12"/>
          <p:cNvSpPr txBox="1"/>
          <p:nvPr>
            <p:ph type="title"/>
          </p:nvPr>
        </p:nvSpPr>
        <p:spPr>
          <a:xfrm>
            <a:off x="1143300" y="1526963"/>
            <a:ext cx="2197500" cy="4020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latin typeface="Sora Medium"/>
                <a:ea typeface="Sora Medium"/>
                <a:cs typeface="Sora Medium"/>
                <a:sym typeface="Sora Medium"/>
              </a:defRPr>
            </a:lvl9pPr>
          </a:lstStyle>
          <a:p/>
        </p:txBody>
      </p:sp>
      <p:sp>
        <p:nvSpPr>
          <p:cNvPr id="263" name="Google Shape;263;p12"/>
          <p:cNvSpPr txBox="1"/>
          <p:nvPr>
            <p:ph idx="2" type="title"/>
          </p:nvPr>
        </p:nvSpPr>
        <p:spPr>
          <a:xfrm>
            <a:off x="3820750" y="1526963"/>
            <a:ext cx="2197500" cy="402000"/>
          </a:xfrm>
          <a:prstGeom prst="rect">
            <a:avLst/>
          </a:prstGeom>
        </p:spPr>
        <p:txBody>
          <a:bodyPr anchorCtr="0" anchor="b" bIns="91425" lIns="0"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264" name="Google Shape;264;p12"/>
          <p:cNvSpPr txBox="1"/>
          <p:nvPr>
            <p:ph idx="3" type="title"/>
          </p:nvPr>
        </p:nvSpPr>
        <p:spPr>
          <a:xfrm>
            <a:off x="1129950" y="1992625"/>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5" name="Google Shape;265;p12"/>
          <p:cNvSpPr txBox="1"/>
          <p:nvPr>
            <p:ph idx="4" type="title"/>
          </p:nvPr>
        </p:nvSpPr>
        <p:spPr>
          <a:xfrm>
            <a:off x="1129950" y="2801602"/>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6" name="Google Shape;266;p12"/>
          <p:cNvSpPr txBox="1"/>
          <p:nvPr>
            <p:ph idx="5" type="title"/>
          </p:nvPr>
        </p:nvSpPr>
        <p:spPr>
          <a:xfrm>
            <a:off x="1129950" y="3610580"/>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7" name="Google Shape;267;p12"/>
          <p:cNvSpPr txBox="1"/>
          <p:nvPr>
            <p:ph idx="6" type="title"/>
          </p:nvPr>
        </p:nvSpPr>
        <p:spPr>
          <a:xfrm>
            <a:off x="3820750" y="199262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8" name="Google Shape;268;p12"/>
          <p:cNvSpPr txBox="1"/>
          <p:nvPr>
            <p:ph idx="7" type="title"/>
          </p:nvPr>
        </p:nvSpPr>
        <p:spPr>
          <a:xfrm>
            <a:off x="3820750" y="2801550"/>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9" name="Google Shape;269;p12"/>
          <p:cNvSpPr txBox="1"/>
          <p:nvPr>
            <p:ph idx="8" type="title"/>
          </p:nvPr>
        </p:nvSpPr>
        <p:spPr>
          <a:xfrm>
            <a:off x="3820750" y="361047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70" name="Google Shape;270;p12"/>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71" name="Google Shape;271;p12"/>
          <p:cNvSpPr txBox="1"/>
          <p:nvPr>
            <p:ph idx="13" type="title"/>
          </p:nvPr>
        </p:nvSpPr>
        <p:spPr>
          <a:xfrm>
            <a:off x="115025" y="502775"/>
            <a:ext cx="64404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72" name="Google Shape;272;p12"/>
          <p:cNvSpPr txBox="1"/>
          <p:nvPr>
            <p:ph idx="14" type="title"/>
          </p:nvPr>
        </p:nvSpPr>
        <p:spPr>
          <a:xfrm>
            <a:off x="228600" y="21273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273" name="Google Shape;273;p12"/>
          <p:cNvSpPr txBox="1"/>
          <p:nvPr>
            <p:ph idx="15"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
        <p:nvSpPr>
          <p:cNvPr id="274" name="Google Shape;274;p12"/>
          <p:cNvSpPr txBox="1"/>
          <p:nvPr>
            <p:ph idx="16" type="title"/>
          </p:nvPr>
        </p:nvSpPr>
        <p:spPr>
          <a:xfrm>
            <a:off x="228600" y="29362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275" name="Google Shape;275;p12"/>
          <p:cNvSpPr txBox="1"/>
          <p:nvPr>
            <p:ph idx="17" type="title"/>
          </p:nvPr>
        </p:nvSpPr>
        <p:spPr>
          <a:xfrm>
            <a:off x="228600" y="37451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Tree>
  </p:cSld>
  <p:clrMapOvr>
    <a:masterClrMapping/>
  </p:clrMapOvr>
  <p:extLst>
    <p:ext uri="{DCECCB84-F9BA-43D5-87BE-67443E8EF086}">
      <p15:sldGuideLst>
        <p15:guide id="1" orient="horz" pos="1241">
          <p15:clr>
            <a:srgbClr val="E46962"/>
          </p15:clr>
        </p15:guide>
        <p15:guide id="2" orient="horz" pos="1755">
          <p15:clr>
            <a:srgbClr val="E46962"/>
          </p15:clr>
        </p15:guide>
        <p15:guide id="3" orient="horz" pos="2267">
          <p15:clr>
            <a:srgbClr val="E46962"/>
          </p15:clr>
        </p15:guide>
        <p15:guide id="4" orient="horz" pos="2778">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hart">
  <p:cSld name="BLANK_1_1_1_1_1_1_1_1_1_1_7_1">
    <p:spTree>
      <p:nvGrpSpPr>
        <p:cNvPr id="276" name="Shape 276"/>
        <p:cNvGrpSpPr/>
        <p:nvPr/>
      </p:nvGrpSpPr>
      <p:grpSpPr>
        <a:xfrm>
          <a:off x="0" y="0"/>
          <a:ext cx="0" cy="0"/>
          <a:chOff x="0" y="0"/>
          <a:chExt cx="0" cy="0"/>
        </a:xfrm>
      </p:grpSpPr>
      <p:sp>
        <p:nvSpPr>
          <p:cNvPr id="277" name="Google Shape;277;p13"/>
          <p:cNvSpPr/>
          <p:nvPr/>
        </p:nvSpPr>
        <p:spPr>
          <a:xfrm flipH="1" rot="-1079220">
            <a:off x="-2010221" y="4250160"/>
            <a:ext cx="4477637" cy="804981"/>
          </a:xfrm>
          <a:prstGeom prst="chord">
            <a:avLst>
              <a:gd fmla="val 2752926" name="adj1"/>
              <a:gd fmla="val 1719354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278" name="Google Shape;278;p13"/>
          <p:cNvGrpSpPr/>
          <p:nvPr/>
        </p:nvGrpSpPr>
        <p:grpSpPr>
          <a:xfrm rot="-5400000">
            <a:off x="4030013" y="41713"/>
            <a:ext cx="1026300" cy="9201675"/>
            <a:chOff x="670045" y="-5692564"/>
            <a:chExt cx="1026300" cy="9201675"/>
          </a:xfrm>
        </p:grpSpPr>
        <p:sp>
          <p:nvSpPr>
            <p:cNvPr id="279" name="Google Shape;279;p13"/>
            <p:cNvSpPr/>
            <p:nvPr/>
          </p:nvSpPr>
          <p:spPr>
            <a:xfrm>
              <a:off x="675320" y="-5692564"/>
              <a:ext cx="1010925" cy="7239975"/>
            </a:xfrm>
            <a:custGeom>
              <a:rect b="b" l="l" r="r" t="t"/>
              <a:pathLst>
                <a:path extrusionOk="0" h="289599" w="40437">
                  <a:moveTo>
                    <a:pt x="40437" y="287489"/>
                  </a:moveTo>
                  <a:lnTo>
                    <a:pt x="0" y="0"/>
                  </a:lnTo>
                  <a:lnTo>
                    <a:pt x="242" y="276278"/>
                  </a:lnTo>
                  <a:lnTo>
                    <a:pt x="238" y="289599"/>
                  </a:lnTo>
                  <a:close/>
                </a:path>
              </a:pathLst>
            </a:custGeom>
            <a:solidFill>
              <a:schemeClr val="lt1"/>
            </a:solidFill>
            <a:ln>
              <a:noFill/>
            </a:ln>
          </p:spPr>
        </p:sp>
        <p:sp>
          <p:nvSpPr>
            <p:cNvPr id="280" name="Google Shape;280;p13"/>
            <p:cNvSpPr/>
            <p:nvPr/>
          </p:nvSpPr>
          <p:spPr>
            <a:xfrm>
              <a:off x="670045" y="1494661"/>
              <a:ext cx="1026300" cy="2014450"/>
            </a:xfrm>
            <a:custGeom>
              <a:rect b="b" l="l" r="r" t="t"/>
              <a:pathLst>
                <a:path extrusionOk="0" h="80578" w="41052">
                  <a:moveTo>
                    <a:pt x="499" y="80578"/>
                  </a:moveTo>
                  <a:lnTo>
                    <a:pt x="15982" y="73724"/>
                  </a:lnTo>
                  <a:lnTo>
                    <a:pt x="41052" y="0"/>
                  </a:lnTo>
                  <a:lnTo>
                    <a:pt x="472" y="1824"/>
                  </a:lnTo>
                  <a:lnTo>
                    <a:pt x="0" y="39674"/>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sp>
        <p:nvSpPr>
          <p:cNvPr id="281" name="Google Shape;281;p13"/>
          <p:cNvSpPr txBox="1"/>
          <p:nvPr>
            <p:ph type="title"/>
          </p:nvPr>
        </p:nvSpPr>
        <p:spPr>
          <a:xfrm>
            <a:off x="37200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latin typeface="Sora"/>
                <a:ea typeface="Sora"/>
                <a:cs typeface="Sora"/>
                <a:sym typeface="Sora"/>
              </a:defRPr>
            </a:lvl2pPr>
            <a:lvl3pPr lvl="2">
              <a:spcBef>
                <a:spcPts val="0"/>
              </a:spcBef>
              <a:spcAft>
                <a:spcPts val="0"/>
              </a:spcAft>
              <a:buClr>
                <a:schemeClr val="lt1"/>
              </a:buClr>
              <a:buSzPts val="1000"/>
              <a:buFont typeface="Sora"/>
              <a:buNone/>
              <a:defRPr sz="1000">
                <a:latin typeface="Sora"/>
                <a:ea typeface="Sora"/>
                <a:cs typeface="Sora"/>
                <a:sym typeface="Sora"/>
              </a:defRPr>
            </a:lvl3pPr>
            <a:lvl4pPr lvl="3">
              <a:spcBef>
                <a:spcPts val="0"/>
              </a:spcBef>
              <a:spcAft>
                <a:spcPts val="0"/>
              </a:spcAft>
              <a:buClr>
                <a:schemeClr val="lt1"/>
              </a:buClr>
              <a:buSzPts val="1000"/>
              <a:buFont typeface="Sora"/>
              <a:buNone/>
              <a:defRPr sz="1000">
                <a:latin typeface="Sora"/>
                <a:ea typeface="Sora"/>
                <a:cs typeface="Sora"/>
                <a:sym typeface="Sora"/>
              </a:defRPr>
            </a:lvl4pPr>
            <a:lvl5pPr lvl="4">
              <a:spcBef>
                <a:spcPts val="0"/>
              </a:spcBef>
              <a:spcAft>
                <a:spcPts val="0"/>
              </a:spcAft>
              <a:buClr>
                <a:schemeClr val="lt1"/>
              </a:buClr>
              <a:buSzPts val="1000"/>
              <a:buFont typeface="Sora"/>
              <a:buNone/>
              <a:defRPr sz="1000">
                <a:latin typeface="Sora"/>
                <a:ea typeface="Sora"/>
                <a:cs typeface="Sora"/>
                <a:sym typeface="Sora"/>
              </a:defRPr>
            </a:lvl5pPr>
            <a:lvl6pPr lvl="5">
              <a:spcBef>
                <a:spcPts val="0"/>
              </a:spcBef>
              <a:spcAft>
                <a:spcPts val="0"/>
              </a:spcAft>
              <a:buClr>
                <a:schemeClr val="lt1"/>
              </a:buClr>
              <a:buSzPts val="1000"/>
              <a:buFont typeface="Sora"/>
              <a:buNone/>
              <a:defRPr sz="1000">
                <a:latin typeface="Sora"/>
                <a:ea typeface="Sora"/>
                <a:cs typeface="Sora"/>
                <a:sym typeface="Sora"/>
              </a:defRPr>
            </a:lvl6pPr>
            <a:lvl7pPr lvl="6">
              <a:spcBef>
                <a:spcPts val="0"/>
              </a:spcBef>
              <a:spcAft>
                <a:spcPts val="0"/>
              </a:spcAft>
              <a:buClr>
                <a:schemeClr val="lt1"/>
              </a:buClr>
              <a:buSzPts val="1000"/>
              <a:buFont typeface="Sora"/>
              <a:buNone/>
              <a:defRPr sz="1000">
                <a:latin typeface="Sora"/>
                <a:ea typeface="Sora"/>
                <a:cs typeface="Sora"/>
                <a:sym typeface="Sora"/>
              </a:defRPr>
            </a:lvl7pPr>
            <a:lvl8pPr lvl="7">
              <a:spcBef>
                <a:spcPts val="0"/>
              </a:spcBef>
              <a:spcAft>
                <a:spcPts val="0"/>
              </a:spcAft>
              <a:buClr>
                <a:schemeClr val="lt1"/>
              </a:buClr>
              <a:buSzPts val="1000"/>
              <a:buFont typeface="Sora"/>
              <a:buNone/>
              <a:defRPr sz="1000">
                <a:latin typeface="Sora"/>
                <a:ea typeface="Sora"/>
                <a:cs typeface="Sora"/>
                <a:sym typeface="Sora"/>
              </a:defRPr>
            </a:lvl8pPr>
            <a:lvl9pPr lvl="8">
              <a:spcBef>
                <a:spcPts val="0"/>
              </a:spcBef>
              <a:spcAft>
                <a:spcPts val="0"/>
              </a:spcAft>
              <a:buClr>
                <a:schemeClr val="lt1"/>
              </a:buClr>
              <a:buSzPts val="1000"/>
              <a:buFont typeface="Sora"/>
              <a:buNone/>
              <a:defRPr sz="1000">
                <a:latin typeface="Sora"/>
                <a:ea typeface="Sora"/>
                <a:cs typeface="Sora"/>
                <a:sym typeface="Sora"/>
              </a:defRPr>
            </a:lvl9pPr>
          </a:lstStyle>
          <a:p/>
        </p:txBody>
      </p:sp>
      <p:sp>
        <p:nvSpPr>
          <p:cNvPr id="282" name="Google Shape;282;p13"/>
          <p:cNvSpPr txBox="1"/>
          <p:nvPr>
            <p:ph idx="2" type="title"/>
          </p:nvPr>
        </p:nvSpPr>
        <p:spPr>
          <a:xfrm>
            <a:off x="71489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283" name="Google Shape;283;p13"/>
          <p:cNvSpPr txBox="1"/>
          <p:nvPr>
            <p:ph idx="3" type="title"/>
          </p:nvPr>
        </p:nvSpPr>
        <p:spPr>
          <a:xfrm>
            <a:off x="543447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284" name="Google Shape;284;p13"/>
          <p:cNvSpPr txBox="1"/>
          <p:nvPr>
            <p:ph idx="4"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85" name="Google Shape;285;p13"/>
          <p:cNvSpPr txBox="1"/>
          <p:nvPr>
            <p:ph idx="5" type="title"/>
          </p:nvPr>
        </p:nvSpPr>
        <p:spPr>
          <a:xfrm>
            <a:off x="108300" y="1168075"/>
            <a:ext cx="3544500" cy="2275200"/>
          </a:xfrm>
          <a:prstGeom prst="rect">
            <a:avLst/>
          </a:prstGeom>
        </p:spPr>
        <p:txBody>
          <a:bodyPr anchorCtr="0" anchor="t" bIns="91425" lIns="91425" spcFirstLastPara="1" rIns="91425" wrap="square" tIns="0">
            <a:norm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a:latin typeface="IBM Plex Sans SemiBold"/>
                <a:ea typeface="IBM Plex Sans SemiBold"/>
                <a:cs typeface="IBM Plex Sans SemiBold"/>
                <a:sym typeface="IBM Plex Sans SemiBold"/>
              </a:defRPr>
            </a:lvl2pPr>
            <a:lvl3pPr lvl="2">
              <a:lnSpc>
                <a:spcPct val="115000"/>
              </a:lnSpc>
              <a:spcBef>
                <a:spcPts val="0"/>
              </a:spcBef>
              <a:spcAft>
                <a:spcPts val="0"/>
              </a:spcAft>
              <a:buNone/>
              <a:defRPr>
                <a:latin typeface="IBM Plex Sans SemiBold"/>
                <a:ea typeface="IBM Plex Sans SemiBold"/>
                <a:cs typeface="IBM Plex Sans SemiBold"/>
                <a:sym typeface="IBM Plex Sans SemiBold"/>
              </a:defRPr>
            </a:lvl3pPr>
            <a:lvl4pPr lvl="3">
              <a:lnSpc>
                <a:spcPct val="115000"/>
              </a:lnSpc>
              <a:spcBef>
                <a:spcPts val="0"/>
              </a:spcBef>
              <a:spcAft>
                <a:spcPts val="0"/>
              </a:spcAft>
              <a:buNone/>
              <a:defRPr>
                <a:latin typeface="IBM Plex Sans SemiBold"/>
                <a:ea typeface="IBM Plex Sans SemiBold"/>
                <a:cs typeface="IBM Plex Sans SemiBold"/>
                <a:sym typeface="IBM Plex Sans SemiBold"/>
              </a:defRPr>
            </a:lvl4pPr>
            <a:lvl5pPr lvl="4">
              <a:lnSpc>
                <a:spcPct val="115000"/>
              </a:lnSpc>
              <a:spcBef>
                <a:spcPts val="0"/>
              </a:spcBef>
              <a:spcAft>
                <a:spcPts val="0"/>
              </a:spcAft>
              <a:buNone/>
              <a:defRPr>
                <a:latin typeface="IBM Plex Sans SemiBold"/>
                <a:ea typeface="IBM Plex Sans SemiBold"/>
                <a:cs typeface="IBM Plex Sans SemiBold"/>
                <a:sym typeface="IBM Plex Sans SemiBold"/>
              </a:defRPr>
            </a:lvl5pPr>
            <a:lvl6pPr lvl="5">
              <a:lnSpc>
                <a:spcPct val="115000"/>
              </a:lnSpc>
              <a:spcBef>
                <a:spcPts val="0"/>
              </a:spcBef>
              <a:spcAft>
                <a:spcPts val="0"/>
              </a:spcAft>
              <a:buNone/>
              <a:defRPr>
                <a:latin typeface="IBM Plex Sans SemiBold"/>
                <a:ea typeface="IBM Plex Sans SemiBold"/>
                <a:cs typeface="IBM Plex Sans SemiBold"/>
                <a:sym typeface="IBM Plex Sans SemiBold"/>
              </a:defRPr>
            </a:lvl6pPr>
            <a:lvl7pPr lvl="6">
              <a:lnSpc>
                <a:spcPct val="115000"/>
              </a:lnSpc>
              <a:spcBef>
                <a:spcPts val="0"/>
              </a:spcBef>
              <a:spcAft>
                <a:spcPts val="0"/>
              </a:spcAft>
              <a:buNone/>
              <a:defRPr>
                <a:latin typeface="IBM Plex Sans SemiBold"/>
                <a:ea typeface="IBM Plex Sans SemiBold"/>
                <a:cs typeface="IBM Plex Sans SemiBold"/>
                <a:sym typeface="IBM Plex Sans SemiBold"/>
              </a:defRPr>
            </a:lvl7pPr>
            <a:lvl8pPr lvl="7">
              <a:lnSpc>
                <a:spcPct val="115000"/>
              </a:lnSpc>
              <a:spcBef>
                <a:spcPts val="0"/>
              </a:spcBef>
              <a:spcAft>
                <a:spcPts val="0"/>
              </a:spcAft>
              <a:buNone/>
              <a:defRPr>
                <a:latin typeface="IBM Plex Sans SemiBold"/>
                <a:ea typeface="IBM Plex Sans SemiBold"/>
                <a:cs typeface="IBM Plex Sans SemiBold"/>
                <a:sym typeface="IBM Plex Sans SemiBold"/>
              </a:defRPr>
            </a:lvl8pPr>
            <a:lvl9pPr lvl="8">
              <a:lnSpc>
                <a:spcPct val="115000"/>
              </a:lnSpc>
              <a:spcBef>
                <a:spcPts val="0"/>
              </a:spcBef>
              <a:spcAft>
                <a:spcPts val="0"/>
              </a:spcAft>
              <a:buNone/>
              <a:defRPr>
                <a:latin typeface="IBM Plex Sans SemiBold"/>
                <a:ea typeface="IBM Plex Sans SemiBold"/>
                <a:cs typeface="IBM Plex Sans SemiBold"/>
                <a:sym typeface="IBM Plex Sans SemiBold"/>
              </a:defRPr>
            </a:lvl9pPr>
          </a:lstStyle>
          <a:p/>
        </p:txBody>
      </p:sp>
      <p:sp>
        <p:nvSpPr>
          <p:cNvPr id="286" name="Google Shape;286;p13"/>
          <p:cNvSpPr txBox="1"/>
          <p:nvPr>
            <p:ph idx="6" type="title"/>
          </p:nvPr>
        </p:nvSpPr>
        <p:spPr>
          <a:xfrm>
            <a:off x="3720025" y="1287875"/>
            <a:ext cx="4295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a:buNone/>
              <a:defRPr sz="1200">
                <a:solidFill>
                  <a:schemeClr val="lt1"/>
                </a:solidFill>
                <a:latin typeface="Sora"/>
                <a:ea typeface="Sora"/>
                <a:cs typeface="Sora"/>
                <a:sym typeface="Sora"/>
              </a:defRPr>
            </a:lvl2pPr>
            <a:lvl3pPr lvl="2">
              <a:spcBef>
                <a:spcPts val="0"/>
              </a:spcBef>
              <a:spcAft>
                <a:spcPts val="0"/>
              </a:spcAft>
              <a:buClr>
                <a:schemeClr val="lt1"/>
              </a:buClr>
              <a:buSzPts val="1200"/>
              <a:buFont typeface="Sora"/>
              <a:buNone/>
              <a:defRPr sz="1200">
                <a:solidFill>
                  <a:schemeClr val="lt1"/>
                </a:solidFill>
                <a:latin typeface="Sora"/>
                <a:ea typeface="Sora"/>
                <a:cs typeface="Sora"/>
                <a:sym typeface="Sora"/>
              </a:defRPr>
            </a:lvl3pPr>
            <a:lvl4pPr lvl="3">
              <a:spcBef>
                <a:spcPts val="0"/>
              </a:spcBef>
              <a:spcAft>
                <a:spcPts val="0"/>
              </a:spcAft>
              <a:buClr>
                <a:schemeClr val="lt1"/>
              </a:buClr>
              <a:buSzPts val="1200"/>
              <a:buFont typeface="Sora"/>
              <a:buNone/>
              <a:defRPr sz="1200">
                <a:solidFill>
                  <a:schemeClr val="lt1"/>
                </a:solidFill>
                <a:latin typeface="Sora"/>
                <a:ea typeface="Sora"/>
                <a:cs typeface="Sora"/>
                <a:sym typeface="Sora"/>
              </a:defRPr>
            </a:lvl4pPr>
            <a:lvl5pPr lvl="4">
              <a:spcBef>
                <a:spcPts val="0"/>
              </a:spcBef>
              <a:spcAft>
                <a:spcPts val="0"/>
              </a:spcAft>
              <a:buClr>
                <a:schemeClr val="lt1"/>
              </a:buClr>
              <a:buSzPts val="1200"/>
              <a:buFont typeface="Sora"/>
              <a:buNone/>
              <a:defRPr sz="1200">
                <a:solidFill>
                  <a:schemeClr val="lt1"/>
                </a:solidFill>
                <a:latin typeface="Sora"/>
                <a:ea typeface="Sora"/>
                <a:cs typeface="Sora"/>
                <a:sym typeface="Sora"/>
              </a:defRPr>
            </a:lvl5pPr>
            <a:lvl6pPr lvl="5">
              <a:spcBef>
                <a:spcPts val="0"/>
              </a:spcBef>
              <a:spcAft>
                <a:spcPts val="0"/>
              </a:spcAft>
              <a:buClr>
                <a:schemeClr val="lt1"/>
              </a:buClr>
              <a:buSzPts val="1200"/>
              <a:buFont typeface="Sora"/>
              <a:buNone/>
              <a:defRPr sz="1200">
                <a:solidFill>
                  <a:schemeClr val="lt1"/>
                </a:solidFill>
                <a:latin typeface="Sora"/>
                <a:ea typeface="Sora"/>
                <a:cs typeface="Sora"/>
                <a:sym typeface="Sora"/>
              </a:defRPr>
            </a:lvl6pPr>
            <a:lvl7pPr lvl="6">
              <a:spcBef>
                <a:spcPts val="0"/>
              </a:spcBef>
              <a:spcAft>
                <a:spcPts val="0"/>
              </a:spcAft>
              <a:buClr>
                <a:schemeClr val="lt1"/>
              </a:buClr>
              <a:buSzPts val="1200"/>
              <a:buFont typeface="Sora"/>
              <a:buNone/>
              <a:defRPr sz="1200">
                <a:solidFill>
                  <a:schemeClr val="lt1"/>
                </a:solidFill>
                <a:latin typeface="Sora"/>
                <a:ea typeface="Sora"/>
                <a:cs typeface="Sora"/>
                <a:sym typeface="Sora"/>
              </a:defRPr>
            </a:lvl7pPr>
            <a:lvl8pPr lvl="7">
              <a:spcBef>
                <a:spcPts val="0"/>
              </a:spcBef>
              <a:spcAft>
                <a:spcPts val="0"/>
              </a:spcAft>
              <a:buClr>
                <a:schemeClr val="lt1"/>
              </a:buClr>
              <a:buSzPts val="1200"/>
              <a:buFont typeface="Sora"/>
              <a:buNone/>
              <a:defRPr sz="1200">
                <a:solidFill>
                  <a:schemeClr val="lt1"/>
                </a:solidFill>
                <a:latin typeface="Sora"/>
                <a:ea typeface="Sora"/>
                <a:cs typeface="Sora"/>
                <a:sym typeface="Sora"/>
              </a:defRPr>
            </a:lvl8pPr>
            <a:lvl9pPr lvl="8">
              <a:spcBef>
                <a:spcPts val="0"/>
              </a:spcBef>
              <a:spcAft>
                <a:spcPts val="0"/>
              </a:spcAft>
              <a:buClr>
                <a:schemeClr val="lt1"/>
              </a:buClr>
              <a:buSzPts val="1200"/>
              <a:buFont typeface="Sora"/>
              <a:buNone/>
              <a:defRPr sz="1200">
                <a:solidFill>
                  <a:schemeClr val="lt1"/>
                </a:solidFill>
                <a:latin typeface="Sora"/>
                <a:ea typeface="Sora"/>
                <a:cs typeface="Sora"/>
                <a:sym typeface="Sora"/>
              </a:defRPr>
            </a:lvl9pPr>
          </a:lstStyle>
          <a:p/>
        </p:txBody>
      </p:sp>
      <p:sp>
        <p:nvSpPr>
          <p:cNvPr id="287" name="Google Shape;287;p13"/>
          <p:cNvSpPr txBox="1"/>
          <p:nvPr>
            <p:ph idx="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p:cSld name="BLANK_1_1_1_1_1_1_1_1_1_1_6">
    <p:spTree>
      <p:nvGrpSpPr>
        <p:cNvPr id="288" name="Shape 288"/>
        <p:cNvGrpSpPr/>
        <p:nvPr/>
      </p:nvGrpSpPr>
      <p:grpSpPr>
        <a:xfrm>
          <a:off x="0" y="0"/>
          <a:ext cx="0" cy="0"/>
          <a:chOff x="0" y="0"/>
          <a:chExt cx="0" cy="0"/>
        </a:xfrm>
      </p:grpSpPr>
      <p:sp>
        <p:nvSpPr>
          <p:cNvPr id="289" name="Google Shape;289;p14"/>
          <p:cNvSpPr/>
          <p:nvPr/>
        </p:nvSpPr>
        <p:spPr>
          <a:xfrm rot="35689">
            <a:off x="3842097" y="2193145"/>
            <a:ext cx="4854862" cy="198250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0" name="Google Shape;290;p14"/>
          <p:cNvSpPr/>
          <p:nvPr/>
        </p:nvSpPr>
        <p:spPr>
          <a:xfrm rot="-1029644">
            <a:off x="3491561" y="2543266"/>
            <a:ext cx="5708121" cy="1598166"/>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291" name="Google Shape;291;p14"/>
          <p:cNvGrpSpPr/>
          <p:nvPr/>
        </p:nvGrpSpPr>
        <p:grpSpPr>
          <a:xfrm rot="10800000">
            <a:off x="9" y="0"/>
            <a:ext cx="1889320" cy="1499480"/>
            <a:chOff x="461225" y="3249175"/>
            <a:chExt cx="1399496" cy="1110726"/>
          </a:xfrm>
        </p:grpSpPr>
        <p:grpSp>
          <p:nvGrpSpPr>
            <p:cNvPr id="292" name="Google Shape;292;p14"/>
            <p:cNvGrpSpPr/>
            <p:nvPr/>
          </p:nvGrpSpPr>
          <p:grpSpPr>
            <a:xfrm>
              <a:off x="461225" y="3249175"/>
              <a:ext cx="1399496" cy="370204"/>
              <a:chOff x="461225" y="3249175"/>
              <a:chExt cx="1399496" cy="370204"/>
            </a:xfrm>
          </p:grpSpPr>
          <p:sp>
            <p:nvSpPr>
              <p:cNvPr id="293" name="Google Shape;293;p1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4" name="Google Shape;294;p1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5" name="Google Shape;295;p1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6" name="Google Shape;296;p14"/>
              <p:cNvSpPr/>
              <p:nvPr/>
            </p:nvSpPr>
            <p:spPr>
              <a:xfrm>
                <a:off x="1571821" y="3249179"/>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97" name="Google Shape;297;p14"/>
            <p:cNvGrpSpPr/>
            <p:nvPr/>
          </p:nvGrpSpPr>
          <p:grpSpPr>
            <a:xfrm>
              <a:off x="461225" y="3619500"/>
              <a:ext cx="1399496" cy="370202"/>
              <a:chOff x="461225" y="3249175"/>
              <a:chExt cx="1399496" cy="370202"/>
            </a:xfrm>
          </p:grpSpPr>
          <p:sp>
            <p:nvSpPr>
              <p:cNvPr id="298" name="Google Shape;298;p1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9" name="Google Shape;299;p1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0" name="Google Shape;300;p1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1" name="Google Shape;301;p14"/>
              <p:cNvSpPr/>
              <p:nvPr/>
            </p:nvSpPr>
            <p:spPr>
              <a:xfrm>
                <a:off x="1571821" y="3249177"/>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02" name="Google Shape;302;p14"/>
            <p:cNvGrpSpPr/>
            <p:nvPr/>
          </p:nvGrpSpPr>
          <p:grpSpPr>
            <a:xfrm>
              <a:off x="461225" y="3989700"/>
              <a:ext cx="1399496" cy="370201"/>
              <a:chOff x="461225" y="3249175"/>
              <a:chExt cx="1399496" cy="370201"/>
            </a:xfrm>
          </p:grpSpPr>
          <p:sp>
            <p:nvSpPr>
              <p:cNvPr id="303" name="Google Shape;303;p1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4" name="Google Shape;304;p1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5" name="Google Shape;305;p1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6" name="Google Shape;306;p14"/>
              <p:cNvSpPr/>
              <p:nvPr/>
            </p:nvSpPr>
            <p:spPr>
              <a:xfrm>
                <a:off x="1571821" y="3249176"/>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07" name="Google Shape;307;p14"/>
          <p:cNvSpPr/>
          <p:nvPr/>
        </p:nvSpPr>
        <p:spPr>
          <a:xfrm>
            <a:off x="5909401" y="-3350"/>
            <a:ext cx="3234589" cy="1736822"/>
          </a:xfrm>
          <a:custGeom>
            <a:rect b="b" l="l" r="r" t="t"/>
            <a:pathLst>
              <a:path extrusionOk="0" h="141435" w="263403">
                <a:moveTo>
                  <a:pt x="0" y="277"/>
                </a:moveTo>
                <a:lnTo>
                  <a:pt x="193747" y="141435"/>
                </a:lnTo>
                <a:lnTo>
                  <a:pt x="263403" y="7658"/>
                </a:lnTo>
                <a:lnTo>
                  <a:pt x="263403" y="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a:effectLst>
            <a:outerShdw blurRad="1042988" rotWithShape="0" algn="bl" dir="5400000" dist="19050">
              <a:schemeClr val="lt2">
                <a:alpha val="49000"/>
              </a:schemeClr>
            </a:outerShdw>
          </a:effectLst>
        </p:spPr>
      </p:sp>
      <p:sp>
        <p:nvSpPr>
          <p:cNvPr id="308" name="Google Shape;308;p14"/>
          <p:cNvSpPr/>
          <p:nvPr/>
        </p:nvSpPr>
        <p:spPr>
          <a:xfrm>
            <a:off x="8299949" y="73285"/>
            <a:ext cx="844041" cy="1631459"/>
          </a:xfrm>
          <a:custGeom>
            <a:rect b="b" l="l" r="r" t="t"/>
            <a:pathLst>
              <a:path extrusionOk="0" h="132855" w="68733">
                <a:moveTo>
                  <a:pt x="0" y="132855"/>
                </a:moveTo>
                <a:lnTo>
                  <a:pt x="68733" y="58124"/>
                </a:lnTo>
                <a:lnTo>
                  <a:pt x="68733" y="0"/>
                </a:lnTo>
                <a:close/>
              </a:path>
            </a:pathLst>
          </a:custGeom>
          <a:solidFill>
            <a:schemeClr val="accent5"/>
          </a:solidFill>
          <a:ln>
            <a:noFill/>
          </a:ln>
        </p:spPr>
      </p:sp>
      <p:sp>
        <p:nvSpPr>
          <p:cNvPr id="309" name="Google Shape;309;p14"/>
          <p:cNvSpPr txBox="1"/>
          <p:nvPr>
            <p:ph type="title"/>
          </p:nvPr>
        </p:nvSpPr>
        <p:spPr>
          <a:xfrm>
            <a:off x="163725" y="2947825"/>
            <a:ext cx="6637500" cy="1499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500"/>
              <a:buFont typeface="IBM Plex Sans"/>
              <a:buNone/>
              <a:defRPr sz="5500"/>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0" name="Google Shape;310;p14"/>
          <p:cNvSpPr txBox="1"/>
          <p:nvPr>
            <p:ph idx="1" type="subTitle"/>
          </p:nvPr>
        </p:nvSpPr>
        <p:spPr>
          <a:xfrm>
            <a:off x="163725" y="1184350"/>
            <a:ext cx="3336600" cy="1582200"/>
          </a:xfrm>
          <a:prstGeom prst="rect">
            <a:avLst/>
          </a:prstGeom>
        </p:spPr>
        <p:txBody>
          <a:bodyPr anchorCtr="0" anchor="b" bIns="0" lIns="91425" spcFirstLastPara="1" rIns="91425" wrap="square" tIns="91425">
            <a:noAutofit/>
          </a:bodyPr>
          <a:lstStyle>
            <a:lvl1pPr lvl="0">
              <a:lnSpc>
                <a:spcPct val="115000"/>
              </a:lnSpc>
              <a:spcBef>
                <a:spcPts val="0"/>
              </a:spcBef>
              <a:spcAft>
                <a:spcPts val="0"/>
              </a:spcAft>
              <a:buClr>
                <a:schemeClr val="lt1"/>
              </a:buClr>
              <a:buSzPts val="1200"/>
              <a:buFont typeface="Sora"/>
              <a:buNone/>
              <a:defRPr sz="1200"/>
            </a:lvl1pPr>
            <a:lvl2pPr lvl="1">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200"/>
              <a:buFont typeface="Sora"/>
              <a:buNone/>
              <a:defRPr sz="1200">
                <a:solidFill>
                  <a:schemeClr val="lt1"/>
                </a:solidFill>
                <a:latin typeface="Sora"/>
                <a:ea typeface="Sora"/>
                <a:cs typeface="Sora"/>
                <a:sym typeface="Sora"/>
              </a:defRPr>
            </a:lvl9pPr>
          </a:lstStyle>
          <a:p/>
        </p:txBody>
      </p:sp>
      <p:sp>
        <p:nvSpPr>
          <p:cNvPr id="311" name="Google Shape;311;p14"/>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12" name="Google Shape;312;p14"/>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1_1_1_1_1_1_5">
    <p:spTree>
      <p:nvGrpSpPr>
        <p:cNvPr id="313" name="Shape 313"/>
        <p:cNvGrpSpPr/>
        <p:nvPr/>
      </p:nvGrpSpPr>
      <p:grpSpPr>
        <a:xfrm>
          <a:off x="0" y="0"/>
          <a:ext cx="0" cy="0"/>
          <a:chOff x="0" y="0"/>
          <a:chExt cx="0" cy="0"/>
        </a:xfrm>
      </p:grpSpPr>
      <p:sp>
        <p:nvSpPr>
          <p:cNvPr id="314" name="Google Shape;314;p15"/>
          <p:cNvSpPr/>
          <p:nvPr/>
        </p:nvSpPr>
        <p:spPr>
          <a:xfrm>
            <a:off x="1347300" y="4352975"/>
            <a:ext cx="6752827" cy="790544"/>
          </a:xfrm>
          <a:custGeom>
            <a:rect b="b" l="l" r="r" t="t"/>
            <a:pathLst>
              <a:path extrusionOk="0" h="14771" w="86243">
                <a:moveTo>
                  <a:pt x="61203" y="1"/>
                </a:moveTo>
                <a:lnTo>
                  <a:pt x="59656" y="20"/>
                </a:lnTo>
                <a:lnTo>
                  <a:pt x="58090" y="60"/>
                </a:lnTo>
                <a:lnTo>
                  <a:pt x="56504" y="119"/>
                </a:lnTo>
                <a:lnTo>
                  <a:pt x="54898" y="199"/>
                </a:lnTo>
                <a:lnTo>
                  <a:pt x="53272" y="298"/>
                </a:lnTo>
                <a:lnTo>
                  <a:pt x="51627" y="417"/>
                </a:lnTo>
                <a:lnTo>
                  <a:pt x="49961" y="575"/>
                </a:lnTo>
                <a:lnTo>
                  <a:pt x="48276" y="734"/>
                </a:lnTo>
                <a:lnTo>
                  <a:pt x="46591" y="932"/>
                </a:lnTo>
                <a:lnTo>
                  <a:pt x="44886" y="1150"/>
                </a:lnTo>
                <a:lnTo>
                  <a:pt x="43161" y="1388"/>
                </a:lnTo>
                <a:lnTo>
                  <a:pt x="41436" y="1646"/>
                </a:lnTo>
                <a:lnTo>
                  <a:pt x="39711" y="1924"/>
                </a:lnTo>
                <a:lnTo>
                  <a:pt x="37967" y="2221"/>
                </a:lnTo>
                <a:lnTo>
                  <a:pt x="36202" y="2538"/>
                </a:lnTo>
                <a:lnTo>
                  <a:pt x="34458" y="2875"/>
                </a:lnTo>
                <a:lnTo>
                  <a:pt x="31900" y="3411"/>
                </a:lnTo>
                <a:lnTo>
                  <a:pt x="29382" y="3986"/>
                </a:lnTo>
                <a:lnTo>
                  <a:pt x="26884" y="4600"/>
                </a:lnTo>
                <a:lnTo>
                  <a:pt x="24426" y="5235"/>
                </a:lnTo>
                <a:lnTo>
                  <a:pt x="22007" y="5909"/>
                </a:lnTo>
                <a:lnTo>
                  <a:pt x="19628" y="6622"/>
                </a:lnTo>
                <a:lnTo>
                  <a:pt x="17288" y="7356"/>
                </a:lnTo>
                <a:lnTo>
                  <a:pt x="15008" y="8129"/>
                </a:lnTo>
                <a:lnTo>
                  <a:pt x="12867" y="8902"/>
                </a:lnTo>
                <a:lnTo>
                  <a:pt x="10805" y="9695"/>
                </a:lnTo>
                <a:lnTo>
                  <a:pt x="8823" y="10488"/>
                </a:lnTo>
                <a:lnTo>
                  <a:pt x="6900" y="11321"/>
                </a:lnTo>
                <a:lnTo>
                  <a:pt x="5056" y="12154"/>
                </a:lnTo>
                <a:lnTo>
                  <a:pt x="4164" y="12590"/>
                </a:lnTo>
                <a:lnTo>
                  <a:pt x="3291" y="13006"/>
                </a:lnTo>
                <a:lnTo>
                  <a:pt x="2439" y="13442"/>
                </a:lnTo>
                <a:lnTo>
                  <a:pt x="1606" y="13879"/>
                </a:lnTo>
                <a:lnTo>
                  <a:pt x="793" y="14335"/>
                </a:lnTo>
                <a:lnTo>
                  <a:pt x="0" y="14771"/>
                </a:lnTo>
                <a:lnTo>
                  <a:pt x="83665" y="14771"/>
                </a:lnTo>
                <a:lnTo>
                  <a:pt x="84042" y="14335"/>
                </a:lnTo>
                <a:lnTo>
                  <a:pt x="84379" y="13918"/>
                </a:lnTo>
                <a:lnTo>
                  <a:pt x="84696" y="13482"/>
                </a:lnTo>
                <a:lnTo>
                  <a:pt x="84974" y="13066"/>
                </a:lnTo>
                <a:lnTo>
                  <a:pt x="85232" y="12649"/>
                </a:lnTo>
                <a:lnTo>
                  <a:pt x="85450" y="12233"/>
                </a:lnTo>
                <a:lnTo>
                  <a:pt x="85648" y="11817"/>
                </a:lnTo>
                <a:lnTo>
                  <a:pt x="85826" y="11400"/>
                </a:lnTo>
                <a:lnTo>
                  <a:pt x="85965" y="11004"/>
                </a:lnTo>
                <a:lnTo>
                  <a:pt x="86084" y="10607"/>
                </a:lnTo>
                <a:lnTo>
                  <a:pt x="86163" y="10211"/>
                </a:lnTo>
                <a:lnTo>
                  <a:pt x="86223" y="9814"/>
                </a:lnTo>
                <a:lnTo>
                  <a:pt x="86243" y="9438"/>
                </a:lnTo>
                <a:lnTo>
                  <a:pt x="86243" y="9041"/>
                </a:lnTo>
                <a:lnTo>
                  <a:pt x="86203" y="8664"/>
                </a:lnTo>
                <a:lnTo>
                  <a:pt x="86144" y="8288"/>
                </a:lnTo>
                <a:lnTo>
                  <a:pt x="86084" y="8050"/>
                </a:lnTo>
                <a:lnTo>
                  <a:pt x="86025" y="7812"/>
                </a:lnTo>
                <a:lnTo>
                  <a:pt x="85945" y="7574"/>
                </a:lnTo>
                <a:lnTo>
                  <a:pt x="85846" y="7336"/>
                </a:lnTo>
                <a:lnTo>
                  <a:pt x="85747" y="7118"/>
                </a:lnTo>
                <a:lnTo>
                  <a:pt x="85628" y="6880"/>
                </a:lnTo>
                <a:lnTo>
                  <a:pt x="85370" y="6444"/>
                </a:lnTo>
                <a:lnTo>
                  <a:pt x="85053" y="6008"/>
                </a:lnTo>
                <a:lnTo>
                  <a:pt x="84676" y="5591"/>
                </a:lnTo>
                <a:lnTo>
                  <a:pt x="84280" y="5175"/>
                </a:lnTo>
                <a:lnTo>
                  <a:pt x="83824" y="4798"/>
                </a:lnTo>
                <a:lnTo>
                  <a:pt x="83309" y="4402"/>
                </a:lnTo>
                <a:lnTo>
                  <a:pt x="82773" y="4045"/>
                </a:lnTo>
                <a:lnTo>
                  <a:pt x="82178" y="3688"/>
                </a:lnTo>
                <a:lnTo>
                  <a:pt x="81524" y="3351"/>
                </a:lnTo>
                <a:lnTo>
                  <a:pt x="80850" y="3034"/>
                </a:lnTo>
                <a:lnTo>
                  <a:pt x="80117" y="2717"/>
                </a:lnTo>
                <a:lnTo>
                  <a:pt x="79343" y="2419"/>
                </a:lnTo>
                <a:lnTo>
                  <a:pt x="78530" y="2142"/>
                </a:lnTo>
                <a:lnTo>
                  <a:pt x="77698" y="1884"/>
                </a:lnTo>
                <a:lnTo>
                  <a:pt x="76825" y="1646"/>
                </a:lnTo>
                <a:lnTo>
                  <a:pt x="75933" y="1428"/>
                </a:lnTo>
                <a:lnTo>
                  <a:pt x="74982" y="1230"/>
                </a:lnTo>
                <a:lnTo>
                  <a:pt x="74010" y="1031"/>
                </a:lnTo>
                <a:lnTo>
                  <a:pt x="72999" y="853"/>
                </a:lnTo>
                <a:lnTo>
                  <a:pt x="71948" y="694"/>
                </a:lnTo>
                <a:lnTo>
                  <a:pt x="70878" y="556"/>
                </a:lnTo>
                <a:lnTo>
                  <a:pt x="69767" y="437"/>
                </a:lnTo>
                <a:lnTo>
                  <a:pt x="68618" y="318"/>
                </a:lnTo>
                <a:lnTo>
                  <a:pt x="67448" y="219"/>
                </a:lnTo>
                <a:lnTo>
                  <a:pt x="66258" y="139"/>
                </a:lnTo>
                <a:lnTo>
                  <a:pt x="65029" y="80"/>
                </a:lnTo>
                <a:lnTo>
                  <a:pt x="63780" y="40"/>
                </a:lnTo>
                <a:lnTo>
                  <a:pt x="62511" y="20"/>
                </a:lnTo>
                <a:lnTo>
                  <a:pt x="61203" y="1"/>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15" name="Google Shape;315;p1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16" name="Google Shape;316;p15"/>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317" name="Google Shape;317;p15"/>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_1_1_1_1_1_1_4">
    <p:spTree>
      <p:nvGrpSpPr>
        <p:cNvPr id="318" name="Shape 318"/>
        <p:cNvGrpSpPr/>
        <p:nvPr/>
      </p:nvGrpSpPr>
      <p:grpSpPr>
        <a:xfrm>
          <a:off x="0" y="0"/>
          <a:ext cx="0" cy="0"/>
          <a:chOff x="0" y="0"/>
          <a:chExt cx="0" cy="0"/>
        </a:xfrm>
      </p:grpSpPr>
      <p:sp>
        <p:nvSpPr>
          <p:cNvPr id="319" name="Google Shape;319;p16"/>
          <p:cNvSpPr/>
          <p:nvPr/>
        </p:nvSpPr>
        <p:spPr>
          <a:xfrm rot="-737329">
            <a:off x="5068924" y="-96942"/>
            <a:ext cx="3371552" cy="1136324"/>
          </a:xfrm>
          <a:prstGeom prst="chord">
            <a:avLst>
              <a:gd fmla="val 21353619" name="adj1"/>
              <a:gd fmla="val 1421063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0" name="Google Shape;320;p16"/>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9pPr>
          </a:lstStyle>
          <a:p/>
        </p:txBody>
      </p:sp>
      <p:sp>
        <p:nvSpPr>
          <p:cNvPr id="321" name="Google Shape;321;p16"/>
          <p:cNvSpPr txBox="1"/>
          <p:nvPr>
            <p:ph idx="2"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22" name="Google Shape;322;p16"/>
          <p:cNvSpPr txBox="1"/>
          <p:nvPr>
            <p:ph idx="3"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23" name="Google Shape;323;p16"/>
          <p:cNvSpPr txBox="1"/>
          <p:nvPr>
            <p:ph idx="4"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24" name="Google Shape;324;p16"/>
          <p:cNvSpPr txBox="1"/>
          <p:nvPr>
            <p:ph idx="5"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325" name="Google Shape;325;p16"/>
          <p:cNvSpPr txBox="1"/>
          <p:nvPr>
            <p:ph idx="6"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326" name="Google Shape;326;p16"/>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27" name="Google Shape;327;p16"/>
          <p:cNvSpPr/>
          <p:nvPr/>
        </p:nvSpPr>
        <p:spPr>
          <a:xfrm flipH="1" rot="-6104187">
            <a:off x="4324040" y="2970795"/>
            <a:ext cx="1541221" cy="4732320"/>
          </a:xfrm>
          <a:prstGeom prst="chord">
            <a:avLst>
              <a:gd fmla="val 4994308" name="adj1"/>
              <a:gd fmla="val 15114049"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8" name="Google Shape;328;p16"/>
          <p:cNvSpPr/>
          <p:nvPr/>
        </p:nvSpPr>
        <p:spPr>
          <a:xfrm rot="5740201">
            <a:off x="4240558" y="2810912"/>
            <a:ext cx="1433212" cy="5490517"/>
          </a:xfrm>
          <a:prstGeom prst="chord">
            <a:avLst>
              <a:gd fmla="val 5592353" name="adj1"/>
              <a:gd fmla="val 1502406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9" name="Google Shape;329;p16"/>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0" name="Google Shape;330;p16"/>
          <p:cNvSpPr txBox="1"/>
          <p:nvPr>
            <p:ph idx="8"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331" name="Google Shape;331;p16"/>
          <p:cNvSpPr txBox="1"/>
          <p:nvPr>
            <p:ph idx="9"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2" name="Google Shape;332;p16"/>
          <p:cNvSpPr txBox="1"/>
          <p:nvPr>
            <p:ph idx="13"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3" name="Google Shape;333;p16"/>
          <p:cNvSpPr txBox="1"/>
          <p:nvPr>
            <p:ph idx="14"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4" name="Google Shape;334;p16"/>
          <p:cNvSpPr txBox="1"/>
          <p:nvPr>
            <p:ph idx="15"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5" name="Google Shape;335;p16"/>
          <p:cNvSpPr txBox="1"/>
          <p:nvPr>
            <p:ph idx="16"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6" name="Google Shape;336;p16"/>
          <p:cNvSpPr txBox="1"/>
          <p:nvPr>
            <p:ph idx="17"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7" name="Google Shape;337;p16"/>
          <p:cNvSpPr txBox="1"/>
          <p:nvPr>
            <p:ph idx="18"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8" name="Google Shape;338;p16"/>
          <p:cNvSpPr txBox="1"/>
          <p:nvPr>
            <p:ph idx="19"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339" name="Google Shape;339;p16"/>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 Dark">
  <p:cSld name="BLANK_1_1_1_1_1_1_1_1_1_1_4_1">
    <p:bg>
      <p:bgPr>
        <a:solidFill>
          <a:schemeClr val="lt1"/>
        </a:solidFill>
      </p:bgPr>
    </p:bg>
    <p:spTree>
      <p:nvGrpSpPr>
        <p:cNvPr id="340" name="Shape 340"/>
        <p:cNvGrpSpPr/>
        <p:nvPr/>
      </p:nvGrpSpPr>
      <p:grpSpPr>
        <a:xfrm>
          <a:off x="0" y="0"/>
          <a:ext cx="0" cy="0"/>
          <a:chOff x="0" y="0"/>
          <a:chExt cx="0" cy="0"/>
        </a:xfrm>
      </p:grpSpPr>
      <p:sp>
        <p:nvSpPr>
          <p:cNvPr id="341" name="Google Shape;341;p17"/>
          <p:cNvSpPr/>
          <p:nvPr/>
        </p:nvSpPr>
        <p:spPr>
          <a:xfrm rot="-737329">
            <a:off x="5068924" y="-96942"/>
            <a:ext cx="3371552" cy="1136324"/>
          </a:xfrm>
          <a:prstGeom prst="chord">
            <a:avLst>
              <a:gd fmla="val 21353619" name="adj1"/>
              <a:gd fmla="val 1421063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latin typeface="Sora"/>
              <a:ea typeface="Sora"/>
              <a:cs typeface="Sora"/>
              <a:sym typeface="Sora"/>
            </a:endParaRPr>
          </a:p>
        </p:txBody>
      </p:sp>
      <p:sp>
        <p:nvSpPr>
          <p:cNvPr id="342" name="Google Shape;342;p17"/>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43" name="Google Shape;343;p17"/>
          <p:cNvSpPr txBox="1"/>
          <p:nvPr>
            <p:ph idx="2"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44" name="Google Shape;344;p17"/>
          <p:cNvSpPr txBox="1"/>
          <p:nvPr>
            <p:ph idx="3"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45" name="Google Shape;345;p17"/>
          <p:cNvSpPr txBox="1"/>
          <p:nvPr>
            <p:ph idx="4"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346" name="Google Shape;346;p17"/>
          <p:cNvSpPr txBox="1"/>
          <p:nvPr>
            <p:ph idx="5"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47" name="Google Shape;347;p17"/>
          <p:cNvSpPr txBox="1"/>
          <p:nvPr>
            <p:ph idx="6"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48" name="Google Shape;348;p17"/>
          <p:cNvSpPr txBox="1"/>
          <p:nvPr>
            <p:ph idx="7"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49" name="Google Shape;349;p17"/>
          <p:cNvSpPr/>
          <p:nvPr/>
        </p:nvSpPr>
        <p:spPr>
          <a:xfrm flipH="1" rot="-6104187">
            <a:off x="4324040" y="2970795"/>
            <a:ext cx="1541221" cy="4732320"/>
          </a:xfrm>
          <a:prstGeom prst="chord">
            <a:avLst>
              <a:gd fmla="val 4994308" name="adj1"/>
              <a:gd fmla="val 15114049"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0" name="Google Shape;350;p17"/>
          <p:cNvSpPr/>
          <p:nvPr/>
        </p:nvSpPr>
        <p:spPr>
          <a:xfrm rot="5740201">
            <a:off x="4240558" y="2810912"/>
            <a:ext cx="1433212" cy="5490517"/>
          </a:xfrm>
          <a:prstGeom prst="chord">
            <a:avLst>
              <a:gd fmla="val 5592353" name="adj1"/>
              <a:gd fmla="val 1502406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1" name="Google Shape;351;p17"/>
          <p:cNvSpPr txBox="1"/>
          <p:nvPr>
            <p:ph idx="8"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352" name="Google Shape;352;p17"/>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3" name="Google Shape;353;p17"/>
          <p:cNvSpPr txBox="1"/>
          <p:nvPr>
            <p:ph idx="9"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800"/>
              </a:spcBef>
              <a:spcAft>
                <a:spcPts val="0"/>
              </a:spcAft>
              <a:buClr>
                <a:schemeClr val="dk1"/>
              </a:buClr>
              <a:buSzPts val="1000"/>
              <a:buFont typeface="Sora"/>
              <a:buChar char="◆"/>
              <a:defRPr sz="1000">
                <a:solidFill>
                  <a:schemeClr val="dk1"/>
                </a:solidFill>
              </a:defRPr>
            </a:lvl2pPr>
            <a:lvl3pPr indent="-292100" lvl="2" marL="1371600">
              <a:spcBef>
                <a:spcPts val="800"/>
              </a:spcBef>
              <a:spcAft>
                <a:spcPts val="0"/>
              </a:spcAft>
              <a:buClr>
                <a:schemeClr val="dk1"/>
              </a:buClr>
              <a:buSzPts val="1000"/>
              <a:buFont typeface="Sora"/>
              <a:buChar char="●"/>
              <a:defRPr sz="1000">
                <a:solidFill>
                  <a:schemeClr val="dk1"/>
                </a:solidFill>
              </a:defRPr>
            </a:lvl3pPr>
            <a:lvl4pPr indent="-292100" lvl="3" marL="1828800">
              <a:spcBef>
                <a:spcPts val="800"/>
              </a:spcBef>
              <a:spcAft>
                <a:spcPts val="0"/>
              </a:spcAft>
              <a:buClr>
                <a:schemeClr val="dk1"/>
              </a:buClr>
              <a:buSzPts val="1000"/>
              <a:buFont typeface="Sora"/>
              <a:buChar char="○"/>
              <a:defRPr sz="1000">
                <a:solidFill>
                  <a:schemeClr val="dk1"/>
                </a:solidFill>
              </a:defRPr>
            </a:lvl4pPr>
            <a:lvl5pPr indent="-292100" lvl="4" marL="2286000">
              <a:spcBef>
                <a:spcPts val="800"/>
              </a:spcBef>
              <a:spcAft>
                <a:spcPts val="0"/>
              </a:spcAft>
              <a:buClr>
                <a:schemeClr val="dk1"/>
              </a:buClr>
              <a:buSzPts val="1000"/>
              <a:buFont typeface="Sora"/>
              <a:buChar char="◆"/>
              <a:defRPr sz="1000">
                <a:solidFill>
                  <a:schemeClr val="dk1"/>
                </a:solidFill>
              </a:defRPr>
            </a:lvl5pPr>
            <a:lvl6pPr indent="-292100" lvl="5" marL="2743200">
              <a:spcBef>
                <a:spcPts val="800"/>
              </a:spcBef>
              <a:spcAft>
                <a:spcPts val="0"/>
              </a:spcAft>
              <a:buClr>
                <a:schemeClr val="dk1"/>
              </a:buClr>
              <a:buSzPts val="1000"/>
              <a:buFont typeface="Sora"/>
              <a:buChar char="●"/>
              <a:defRPr sz="1000">
                <a:solidFill>
                  <a:schemeClr val="dk1"/>
                </a:solidFill>
              </a:defRPr>
            </a:lvl6pPr>
            <a:lvl7pPr indent="-292100" lvl="6" marL="3200400">
              <a:spcBef>
                <a:spcPts val="800"/>
              </a:spcBef>
              <a:spcAft>
                <a:spcPts val="0"/>
              </a:spcAft>
              <a:buClr>
                <a:schemeClr val="dk1"/>
              </a:buClr>
              <a:buSzPts val="1000"/>
              <a:buFont typeface="Sora"/>
              <a:buChar char="○"/>
              <a:defRPr sz="1000">
                <a:solidFill>
                  <a:schemeClr val="dk1"/>
                </a:solidFill>
              </a:defRPr>
            </a:lvl7pPr>
            <a:lvl8pPr indent="-292100" lvl="7" marL="3657600">
              <a:spcBef>
                <a:spcPts val="800"/>
              </a:spcBef>
              <a:spcAft>
                <a:spcPts val="0"/>
              </a:spcAft>
              <a:buClr>
                <a:schemeClr val="dk1"/>
              </a:buClr>
              <a:buSzPts val="1000"/>
              <a:buFont typeface="Sora"/>
              <a:buChar char="◆"/>
              <a:defRPr sz="1000">
                <a:solidFill>
                  <a:schemeClr val="dk1"/>
                </a:solidFill>
              </a:defRPr>
            </a:lvl8pPr>
            <a:lvl9pPr indent="-292100" lvl="8" marL="4114800">
              <a:spcBef>
                <a:spcPts val="800"/>
              </a:spcBef>
              <a:spcAft>
                <a:spcPts val="800"/>
              </a:spcAft>
              <a:buClr>
                <a:schemeClr val="dk1"/>
              </a:buClr>
              <a:buSzPts val="1000"/>
              <a:buFont typeface="Sora"/>
              <a:buChar char="●"/>
              <a:defRPr sz="1000">
                <a:solidFill>
                  <a:schemeClr val="dk1"/>
                </a:solidFill>
              </a:defRPr>
            </a:lvl9pPr>
          </a:lstStyle>
          <a:p/>
        </p:txBody>
      </p:sp>
      <p:sp>
        <p:nvSpPr>
          <p:cNvPr id="354" name="Google Shape;354;p17"/>
          <p:cNvSpPr txBox="1"/>
          <p:nvPr>
            <p:ph idx="13"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5" name="Google Shape;355;p17"/>
          <p:cNvSpPr txBox="1"/>
          <p:nvPr>
            <p:ph idx="14"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6" name="Google Shape;356;p17"/>
          <p:cNvSpPr txBox="1"/>
          <p:nvPr>
            <p:ph idx="15"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7" name="Google Shape;357;p17"/>
          <p:cNvSpPr txBox="1"/>
          <p:nvPr>
            <p:ph idx="16"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8" name="Google Shape;358;p17"/>
          <p:cNvSpPr txBox="1"/>
          <p:nvPr>
            <p:ph idx="17"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9" name="Google Shape;359;p17"/>
          <p:cNvSpPr txBox="1"/>
          <p:nvPr>
            <p:ph idx="18"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60" name="Google Shape;360;p17"/>
          <p:cNvSpPr txBox="1"/>
          <p:nvPr>
            <p:ph idx="19"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61" name="Google Shape;361;p17"/>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two bodies">
  <p:cSld name="BLANK_1_1_1_1_1_1_1_1_1_1_3_2">
    <p:bg>
      <p:bgPr>
        <a:solidFill>
          <a:schemeClr val="lt1"/>
        </a:solidFill>
      </p:bgPr>
    </p:bg>
    <p:spTree>
      <p:nvGrpSpPr>
        <p:cNvPr id="362" name="Shape 362"/>
        <p:cNvGrpSpPr/>
        <p:nvPr/>
      </p:nvGrpSpPr>
      <p:grpSpPr>
        <a:xfrm>
          <a:off x="0" y="0"/>
          <a:ext cx="0" cy="0"/>
          <a:chOff x="0" y="0"/>
          <a:chExt cx="0" cy="0"/>
        </a:xfrm>
      </p:grpSpPr>
      <p:sp>
        <p:nvSpPr>
          <p:cNvPr id="363" name="Google Shape;363;p18"/>
          <p:cNvSpPr/>
          <p:nvPr/>
        </p:nvSpPr>
        <p:spPr>
          <a:xfrm flipH="1" rot="-5400000">
            <a:off x="1263236" y="2706539"/>
            <a:ext cx="1173845" cy="3700317"/>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64" name="Google Shape;364;p18"/>
          <p:cNvSpPr/>
          <p:nvPr/>
        </p:nvSpPr>
        <p:spPr>
          <a:xfrm flipH="1">
            <a:off x="228605" y="3621311"/>
            <a:ext cx="3534079" cy="1522191"/>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65" name="Google Shape;365;p18"/>
          <p:cNvSpPr/>
          <p:nvPr/>
        </p:nvSpPr>
        <p:spPr>
          <a:xfrm flipH="1">
            <a:off x="234700" y="1635550"/>
            <a:ext cx="3321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366" name="Google Shape;366;p18"/>
          <p:cNvGrpSpPr/>
          <p:nvPr/>
        </p:nvGrpSpPr>
        <p:grpSpPr>
          <a:xfrm flipH="1">
            <a:off x="7293000" y="0"/>
            <a:ext cx="1851000" cy="1225325"/>
            <a:chOff x="461225" y="3875100"/>
            <a:chExt cx="1851000" cy="1225325"/>
          </a:xfrm>
        </p:grpSpPr>
        <p:grpSp>
          <p:nvGrpSpPr>
            <p:cNvPr id="367" name="Google Shape;367;p18"/>
            <p:cNvGrpSpPr/>
            <p:nvPr/>
          </p:nvGrpSpPr>
          <p:grpSpPr>
            <a:xfrm>
              <a:off x="461225" y="3875100"/>
              <a:ext cx="1851000" cy="114600"/>
              <a:chOff x="461225" y="3504775"/>
              <a:chExt cx="1851000" cy="114600"/>
            </a:xfrm>
          </p:grpSpPr>
          <p:sp>
            <p:nvSpPr>
              <p:cNvPr id="368" name="Google Shape;368;p18"/>
              <p:cNvSpPr/>
              <p:nvPr/>
            </p:nvSpPr>
            <p:spPr>
              <a:xfrm>
                <a:off x="4612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69" name="Google Shape;369;p18"/>
              <p:cNvSpPr/>
              <p:nvPr/>
            </p:nvSpPr>
            <p:spPr>
              <a:xfrm>
                <a:off x="8314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0" name="Google Shape;370;p18"/>
              <p:cNvSpPr/>
              <p:nvPr/>
            </p:nvSpPr>
            <p:spPr>
              <a:xfrm>
                <a:off x="12016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1" name="Google Shape;371;p18"/>
              <p:cNvSpPr/>
              <p:nvPr/>
            </p:nvSpPr>
            <p:spPr>
              <a:xfrm>
                <a:off x="15718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2" name="Google Shape;372;p18"/>
              <p:cNvSpPr/>
              <p:nvPr/>
            </p:nvSpPr>
            <p:spPr>
              <a:xfrm>
                <a:off x="19420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73" name="Google Shape;373;p18"/>
            <p:cNvGrpSpPr/>
            <p:nvPr/>
          </p:nvGrpSpPr>
          <p:grpSpPr>
            <a:xfrm>
              <a:off x="461225" y="3989700"/>
              <a:ext cx="1480800" cy="1110725"/>
              <a:chOff x="461225" y="3249175"/>
              <a:chExt cx="1480800" cy="1110725"/>
            </a:xfrm>
          </p:grpSpPr>
          <p:sp>
            <p:nvSpPr>
              <p:cNvPr id="374" name="Google Shape;374;p18"/>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5" name="Google Shape;375;p1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6" name="Google Shape;376;p1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7" name="Google Shape;377;p18"/>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78" name="Google Shape;378;p18"/>
            <p:cNvGrpSpPr/>
            <p:nvPr/>
          </p:nvGrpSpPr>
          <p:grpSpPr>
            <a:xfrm>
              <a:off x="831425" y="4360025"/>
              <a:ext cx="1480800" cy="370200"/>
              <a:chOff x="831425" y="3249175"/>
              <a:chExt cx="1480800" cy="370200"/>
            </a:xfrm>
          </p:grpSpPr>
          <p:sp>
            <p:nvSpPr>
              <p:cNvPr id="379" name="Google Shape;379;p1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0" name="Google Shape;380;p1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1" name="Google Shape;381;p1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2" name="Google Shape;382;p18"/>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83" name="Google Shape;383;p18"/>
          <p:cNvSpPr txBox="1"/>
          <p:nvPr>
            <p:ph type="title"/>
          </p:nvPr>
        </p:nvSpPr>
        <p:spPr>
          <a:xfrm>
            <a:off x="3822450" y="1287875"/>
            <a:ext cx="4295400" cy="277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384" name="Google Shape;384;p18"/>
          <p:cNvSpPr txBox="1"/>
          <p:nvPr>
            <p:ph idx="2" type="title"/>
          </p:nvPr>
        </p:nvSpPr>
        <p:spPr>
          <a:xfrm>
            <a:off x="85725" y="1287875"/>
            <a:ext cx="3347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385" name="Google Shape;385;p18"/>
          <p:cNvSpPr/>
          <p:nvPr>
            <p:ph idx="3" type="pic"/>
          </p:nvPr>
        </p:nvSpPr>
        <p:spPr>
          <a:xfrm>
            <a:off x="227225" y="1832375"/>
            <a:ext cx="821100" cy="785400"/>
          </a:xfrm>
          <a:prstGeom prst="rect">
            <a:avLst/>
          </a:prstGeom>
          <a:noFill/>
          <a:ln>
            <a:noFill/>
          </a:ln>
        </p:spPr>
      </p:sp>
      <p:sp>
        <p:nvSpPr>
          <p:cNvPr id="386" name="Google Shape;386;p18"/>
          <p:cNvSpPr/>
          <p:nvPr>
            <p:ph idx="4" type="pic"/>
          </p:nvPr>
        </p:nvSpPr>
        <p:spPr>
          <a:xfrm>
            <a:off x="227225" y="2672425"/>
            <a:ext cx="821100" cy="785400"/>
          </a:xfrm>
          <a:prstGeom prst="rect">
            <a:avLst/>
          </a:prstGeom>
          <a:noFill/>
          <a:ln>
            <a:noFill/>
          </a:ln>
        </p:spPr>
      </p:sp>
      <p:sp>
        <p:nvSpPr>
          <p:cNvPr id="387" name="Google Shape;387;p18"/>
          <p:cNvSpPr/>
          <p:nvPr>
            <p:ph idx="5" type="pic"/>
          </p:nvPr>
        </p:nvSpPr>
        <p:spPr>
          <a:xfrm>
            <a:off x="227225" y="3512475"/>
            <a:ext cx="821100" cy="785400"/>
          </a:xfrm>
          <a:prstGeom prst="rect">
            <a:avLst/>
          </a:prstGeom>
          <a:noFill/>
          <a:ln>
            <a:noFill/>
          </a:ln>
        </p:spPr>
      </p:sp>
      <p:sp>
        <p:nvSpPr>
          <p:cNvPr id="388" name="Google Shape;388;p18"/>
          <p:cNvSpPr txBox="1"/>
          <p:nvPr>
            <p:ph idx="6" type="title"/>
          </p:nvPr>
        </p:nvSpPr>
        <p:spPr>
          <a:xfrm>
            <a:off x="1048325" y="18323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389" name="Google Shape;389;p18"/>
          <p:cNvSpPr txBox="1"/>
          <p:nvPr>
            <p:ph idx="7" type="title"/>
          </p:nvPr>
        </p:nvSpPr>
        <p:spPr>
          <a:xfrm>
            <a:off x="1048325" y="267242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390" name="Google Shape;390;p18"/>
          <p:cNvSpPr txBox="1"/>
          <p:nvPr>
            <p:ph idx="8" type="title"/>
          </p:nvPr>
        </p:nvSpPr>
        <p:spPr>
          <a:xfrm>
            <a:off x="1048325" y="35124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391" name="Google Shape;391;p18"/>
          <p:cNvSpPr txBox="1"/>
          <p:nvPr>
            <p:ph idx="9" type="title"/>
          </p:nvPr>
        </p:nvSpPr>
        <p:spPr>
          <a:xfrm>
            <a:off x="3820750" y="1711525"/>
            <a:ext cx="1800000" cy="1522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1pPr>
            <a:lvl2pPr lvl="1">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2pPr>
            <a:lvl3pPr lvl="2">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3pPr>
            <a:lvl4pPr lvl="3">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4pPr>
            <a:lvl5pPr lvl="4">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5pPr>
            <a:lvl6pPr lvl="5">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6pPr>
            <a:lvl7pPr lvl="6">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7pPr>
            <a:lvl8pPr lvl="7">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8pPr>
            <a:lvl9pPr lvl="8">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9pPr>
          </a:lstStyle>
          <a:p/>
        </p:txBody>
      </p:sp>
      <p:sp>
        <p:nvSpPr>
          <p:cNvPr id="392" name="Google Shape;392;p18"/>
          <p:cNvSpPr txBox="1"/>
          <p:nvPr>
            <p:ph idx="13" type="title"/>
          </p:nvPr>
        </p:nvSpPr>
        <p:spPr>
          <a:xfrm>
            <a:off x="7107575" y="1711450"/>
            <a:ext cx="8742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393" name="Google Shape;393;p18"/>
          <p:cNvSpPr txBox="1"/>
          <p:nvPr>
            <p:ph idx="14" type="title"/>
          </p:nvPr>
        </p:nvSpPr>
        <p:spPr>
          <a:xfrm>
            <a:off x="5518325" y="1711575"/>
            <a:ext cx="13221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394" name="Google Shape;394;p18"/>
          <p:cNvSpPr txBox="1"/>
          <p:nvPr>
            <p:ph idx="1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395" name="Google Shape;395;p18"/>
          <p:cNvSpPr txBox="1"/>
          <p:nvPr>
            <p:ph idx="16" type="title"/>
          </p:nvPr>
        </p:nvSpPr>
        <p:spPr>
          <a:xfrm>
            <a:off x="93381" y="502775"/>
            <a:ext cx="7178100" cy="7851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396" name="Google Shape;396;p18"/>
          <p:cNvSpPr txBox="1"/>
          <p:nvPr>
            <p:ph idx="1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Project Roadmap">
  <p:cSld name="BLANK_1_1_1_1_1_1_1_1_1_1_3_1">
    <p:bg>
      <p:bgPr>
        <a:solidFill>
          <a:schemeClr val="lt1"/>
        </a:solidFill>
      </p:bgPr>
    </p:bg>
    <p:spTree>
      <p:nvGrpSpPr>
        <p:cNvPr id="397" name="Shape 397"/>
        <p:cNvGrpSpPr/>
        <p:nvPr/>
      </p:nvGrpSpPr>
      <p:grpSpPr>
        <a:xfrm>
          <a:off x="0" y="0"/>
          <a:ext cx="0" cy="0"/>
          <a:chOff x="0" y="0"/>
          <a:chExt cx="0" cy="0"/>
        </a:xfrm>
      </p:grpSpPr>
      <p:sp>
        <p:nvSpPr>
          <p:cNvPr id="398" name="Google Shape;398;p19"/>
          <p:cNvSpPr txBox="1"/>
          <p:nvPr>
            <p:ph type="title"/>
          </p:nvPr>
        </p:nvSpPr>
        <p:spPr>
          <a:xfrm>
            <a:off x="134550" y="1339350"/>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399" name="Google Shape;399;p19"/>
          <p:cNvSpPr txBox="1"/>
          <p:nvPr>
            <p:ph idx="2" type="title"/>
          </p:nvPr>
        </p:nvSpPr>
        <p:spPr>
          <a:xfrm>
            <a:off x="132615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00" name="Google Shape;400;p19"/>
          <p:cNvSpPr txBox="1"/>
          <p:nvPr>
            <p:ph idx="3" type="title"/>
          </p:nvPr>
        </p:nvSpPr>
        <p:spPr>
          <a:xfrm>
            <a:off x="3877025"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01" name="Google Shape;401;p19"/>
          <p:cNvSpPr txBox="1"/>
          <p:nvPr>
            <p:ph idx="4" type="title"/>
          </p:nvPr>
        </p:nvSpPr>
        <p:spPr>
          <a:xfrm>
            <a:off x="629170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02" name="Google Shape;402;p19"/>
          <p:cNvSpPr txBox="1"/>
          <p:nvPr>
            <p:ph idx="5" type="title"/>
          </p:nvPr>
        </p:nvSpPr>
        <p:spPr>
          <a:xfrm>
            <a:off x="134550" y="254522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03" name="Google Shape;403;p19"/>
          <p:cNvSpPr txBox="1"/>
          <p:nvPr>
            <p:ph idx="6" type="title"/>
          </p:nvPr>
        </p:nvSpPr>
        <p:spPr>
          <a:xfrm>
            <a:off x="134550" y="370397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04" name="Google Shape;404;p19"/>
          <p:cNvSpPr txBox="1"/>
          <p:nvPr>
            <p:ph idx="7" type="title"/>
          </p:nvPr>
        </p:nvSpPr>
        <p:spPr>
          <a:xfrm>
            <a:off x="3877025"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05" name="Google Shape;405;p19"/>
          <p:cNvSpPr txBox="1"/>
          <p:nvPr>
            <p:ph idx="8" type="title"/>
          </p:nvPr>
        </p:nvSpPr>
        <p:spPr>
          <a:xfrm>
            <a:off x="3877025"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06" name="Google Shape;406;p19"/>
          <p:cNvSpPr txBox="1"/>
          <p:nvPr>
            <p:ph idx="9" type="title"/>
          </p:nvPr>
        </p:nvSpPr>
        <p:spPr>
          <a:xfrm>
            <a:off x="3877025"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07" name="Google Shape;407;p19"/>
          <p:cNvSpPr txBox="1"/>
          <p:nvPr>
            <p:ph idx="13" type="title"/>
          </p:nvPr>
        </p:nvSpPr>
        <p:spPr>
          <a:xfrm>
            <a:off x="6427900"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08" name="Google Shape;408;p19"/>
          <p:cNvSpPr txBox="1"/>
          <p:nvPr>
            <p:ph idx="14" type="title"/>
          </p:nvPr>
        </p:nvSpPr>
        <p:spPr>
          <a:xfrm>
            <a:off x="6427900"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09" name="Google Shape;409;p19"/>
          <p:cNvSpPr txBox="1"/>
          <p:nvPr>
            <p:ph idx="15" type="title"/>
          </p:nvPr>
        </p:nvSpPr>
        <p:spPr>
          <a:xfrm>
            <a:off x="6427900"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10" name="Google Shape;410;p19"/>
          <p:cNvSpPr txBox="1"/>
          <p:nvPr>
            <p:ph idx="16" type="title"/>
          </p:nvPr>
        </p:nvSpPr>
        <p:spPr>
          <a:xfrm>
            <a:off x="1326150" y="1339350"/>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11" name="Google Shape;411;p19"/>
          <p:cNvSpPr txBox="1"/>
          <p:nvPr>
            <p:ph idx="17" type="title"/>
          </p:nvPr>
        </p:nvSpPr>
        <p:spPr>
          <a:xfrm>
            <a:off x="1326150" y="2545213"/>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12" name="Google Shape;412;p19"/>
          <p:cNvSpPr txBox="1"/>
          <p:nvPr>
            <p:ph idx="18" type="title"/>
          </p:nvPr>
        </p:nvSpPr>
        <p:spPr>
          <a:xfrm>
            <a:off x="1326150" y="3703969"/>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13" name="Google Shape;413;p19"/>
          <p:cNvSpPr txBox="1"/>
          <p:nvPr>
            <p:ph idx="1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414" name="Google Shape;414;p19"/>
          <p:cNvSpPr txBox="1"/>
          <p:nvPr>
            <p:ph idx="20"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415" name="Google Shape;415;p19"/>
          <p:cNvSpPr txBox="1"/>
          <p:nvPr>
            <p:ph idx="21"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BLANK_1_1_1_1_1_1_1_1_1_1_2">
    <p:spTree>
      <p:nvGrpSpPr>
        <p:cNvPr id="416" name="Shape 416"/>
        <p:cNvGrpSpPr/>
        <p:nvPr/>
      </p:nvGrpSpPr>
      <p:grpSpPr>
        <a:xfrm>
          <a:off x="0" y="0"/>
          <a:ext cx="0" cy="0"/>
          <a:chOff x="0" y="0"/>
          <a:chExt cx="0" cy="0"/>
        </a:xfrm>
      </p:grpSpPr>
      <p:sp>
        <p:nvSpPr>
          <p:cNvPr id="417" name="Google Shape;417;p20"/>
          <p:cNvSpPr/>
          <p:nvPr/>
        </p:nvSpPr>
        <p:spPr>
          <a:xfrm>
            <a:off x="8210550" y="-7150"/>
            <a:ext cx="945375" cy="1453000"/>
          </a:xfrm>
          <a:custGeom>
            <a:rect b="b" l="l" r="r" t="t"/>
            <a:pathLst>
              <a:path extrusionOk="0" h="58120" w="37815">
                <a:moveTo>
                  <a:pt x="0" y="35846"/>
                </a:moveTo>
                <a:lnTo>
                  <a:pt x="37815" y="58120"/>
                </a:lnTo>
                <a:lnTo>
                  <a:pt x="37589" y="0"/>
                </a:lnTo>
                <a:lnTo>
                  <a:pt x="2413" y="32"/>
                </a:lnTo>
                <a:close/>
              </a:path>
            </a:pathLst>
          </a:custGeom>
          <a:solidFill>
            <a:schemeClr val="lt1"/>
          </a:solidFill>
          <a:ln>
            <a:noFill/>
          </a:ln>
        </p:spPr>
      </p:sp>
      <p:sp>
        <p:nvSpPr>
          <p:cNvPr id="418" name="Google Shape;418;p20"/>
          <p:cNvSpPr/>
          <p:nvPr/>
        </p:nvSpPr>
        <p:spPr>
          <a:xfrm>
            <a:off x="4614025" y="-6850"/>
            <a:ext cx="3659250" cy="1404775"/>
          </a:xfrm>
          <a:custGeom>
            <a:rect b="b" l="l" r="r" t="t"/>
            <a:pathLst>
              <a:path extrusionOk="0" h="56191" w="146370">
                <a:moveTo>
                  <a:pt x="5482" y="0"/>
                </a:moveTo>
                <a:lnTo>
                  <a:pt x="0" y="56191"/>
                </a:lnTo>
                <a:lnTo>
                  <a:pt x="144451" y="35907"/>
                </a:lnTo>
                <a:lnTo>
                  <a:pt x="146370" y="274"/>
                </a:lnTo>
                <a:close/>
              </a:path>
            </a:pathLst>
          </a:custGeom>
          <a:gradFill>
            <a:gsLst>
              <a:gs pos="0">
                <a:schemeClr val="accent3"/>
              </a:gs>
              <a:gs pos="35000">
                <a:schemeClr val="accent3"/>
              </a:gs>
              <a:gs pos="100000">
                <a:schemeClr val="accent1"/>
              </a:gs>
            </a:gsLst>
            <a:lin ang="8099331" scaled="0"/>
          </a:gradFill>
          <a:ln>
            <a:noFill/>
          </a:ln>
        </p:spPr>
      </p:sp>
      <p:sp>
        <p:nvSpPr>
          <p:cNvPr id="419" name="Google Shape;419;p20"/>
          <p:cNvSpPr txBox="1"/>
          <p:nvPr>
            <p:ph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20" name="Google Shape;420;p20"/>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21" name="Google Shape;421;p20"/>
          <p:cNvSpPr txBox="1"/>
          <p:nvPr>
            <p:ph idx="3" type="title"/>
          </p:nvPr>
        </p:nvSpPr>
        <p:spPr>
          <a:xfrm>
            <a:off x="21179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2" name="Google Shape;422;p20"/>
          <p:cNvSpPr txBox="1"/>
          <p:nvPr>
            <p:ph idx="4" type="title"/>
          </p:nvPr>
        </p:nvSpPr>
        <p:spPr>
          <a:xfrm>
            <a:off x="398730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3" name="Google Shape;423;p20"/>
          <p:cNvSpPr txBox="1"/>
          <p:nvPr>
            <p:ph idx="5" type="title"/>
          </p:nvPr>
        </p:nvSpPr>
        <p:spPr>
          <a:xfrm>
            <a:off x="3890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4" name="Google Shape;424;p20"/>
          <p:cNvSpPr txBox="1"/>
          <p:nvPr>
            <p:ph idx="6" type="title"/>
          </p:nvPr>
        </p:nvSpPr>
        <p:spPr>
          <a:xfrm>
            <a:off x="5858938"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5" name="Google Shape;425;p20"/>
          <p:cNvSpPr txBox="1"/>
          <p:nvPr>
            <p:ph idx="7" type="title"/>
          </p:nvPr>
        </p:nvSpPr>
        <p:spPr>
          <a:xfrm>
            <a:off x="7730563" y="1797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6" name="Google Shape;426;p20"/>
          <p:cNvSpPr txBox="1"/>
          <p:nvPr>
            <p:ph idx="1" type="body"/>
          </p:nvPr>
        </p:nvSpPr>
        <p:spPr>
          <a:xfrm>
            <a:off x="148300"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27" name="Google Shape;427;p20"/>
          <p:cNvSpPr txBox="1"/>
          <p:nvPr>
            <p:ph idx="8" type="body"/>
          </p:nvPr>
        </p:nvSpPr>
        <p:spPr>
          <a:xfrm>
            <a:off x="3601450" y="2960850"/>
            <a:ext cx="15795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28" name="Google Shape;428;p20"/>
          <p:cNvSpPr txBox="1"/>
          <p:nvPr>
            <p:ph idx="9" type="body"/>
          </p:nvPr>
        </p:nvSpPr>
        <p:spPr>
          <a:xfrm>
            <a:off x="5565675" y="2960850"/>
            <a:ext cx="14877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29" name="Google Shape;429;p20"/>
          <p:cNvSpPr txBox="1"/>
          <p:nvPr>
            <p:ph idx="13" type="body"/>
          </p:nvPr>
        </p:nvSpPr>
        <p:spPr>
          <a:xfrm>
            <a:off x="7346300" y="3194850"/>
            <a:ext cx="1649400" cy="14397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1pPr>
            <a:lvl2pPr indent="-292100" lvl="1" marL="914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2pPr>
            <a:lvl3pPr indent="-292100" lvl="2" marL="1371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3pPr>
            <a:lvl4pPr indent="-292100" lvl="3" marL="1828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4pPr>
            <a:lvl5pPr indent="-292100" lvl="4" marL="22860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5pPr>
            <a:lvl6pPr indent="-292100" lvl="5" marL="2743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6pPr>
            <a:lvl7pPr indent="-292100" lvl="6" marL="3200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7pPr>
            <a:lvl8pPr indent="-292100" lvl="7" marL="3657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8pPr>
            <a:lvl9pPr indent="-292100" lvl="8" marL="4114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9pPr>
          </a:lstStyle>
          <a:p/>
        </p:txBody>
      </p:sp>
      <p:sp>
        <p:nvSpPr>
          <p:cNvPr id="430" name="Google Shape;430;p20"/>
          <p:cNvSpPr txBox="1"/>
          <p:nvPr>
            <p:ph idx="14" type="body"/>
          </p:nvPr>
        </p:nvSpPr>
        <p:spPr>
          <a:xfrm>
            <a:off x="1842125"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31" name="Google Shape;431;p20"/>
          <p:cNvSpPr txBox="1"/>
          <p:nvPr>
            <p:ph idx="1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1_1_1_1_1_1_2_1">
    <p:spTree>
      <p:nvGrpSpPr>
        <p:cNvPr id="432" name="Shape 432"/>
        <p:cNvGrpSpPr/>
        <p:nvPr/>
      </p:nvGrpSpPr>
      <p:grpSpPr>
        <a:xfrm>
          <a:off x="0" y="0"/>
          <a:ext cx="0" cy="0"/>
          <a:chOff x="0" y="0"/>
          <a:chExt cx="0" cy="0"/>
        </a:xfrm>
      </p:grpSpPr>
      <p:grpSp>
        <p:nvGrpSpPr>
          <p:cNvPr id="433" name="Google Shape;433;p21"/>
          <p:cNvGrpSpPr/>
          <p:nvPr/>
        </p:nvGrpSpPr>
        <p:grpSpPr>
          <a:xfrm flipH="1">
            <a:off x="3199575" y="156175"/>
            <a:ext cx="1851000" cy="1225325"/>
            <a:chOff x="461225" y="3875100"/>
            <a:chExt cx="1851000" cy="1225325"/>
          </a:xfrm>
        </p:grpSpPr>
        <p:grpSp>
          <p:nvGrpSpPr>
            <p:cNvPr id="434" name="Google Shape;434;p21"/>
            <p:cNvGrpSpPr/>
            <p:nvPr/>
          </p:nvGrpSpPr>
          <p:grpSpPr>
            <a:xfrm>
              <a:off x="461225" y="3875100"/>
              <a:ext cx="1851000" cy="114600"/>
              <a:chOff x="461225" y="3504775"/>
              <a:chExt cx="1851000" cy="114600"/>
            </a:xfrm>
          </p:grpSpPr>
          <p:sp>
            <p:nvSpPr>
              <p:cNvPr id="435" name="Google Shape;435;p21"/>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6" name="Google Shape;436;p21"/>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7" name="Google Shape;437;p21"/>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8" name="Google Shape;438;p21"/>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9" name="Google Shape;439;p21"/>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40" name="Google Shape;440;p21"/>
            <p:cNvGrpSpPr/>
            <p:nvPr/>
          </p:nvGrpSpPr>
          <p:grpSpPr>
            <a:xfrm>
              <a:off x="461225" y="3989700"/>
              <a:ext cx="1480800" cy="1110725"/>
              <a:chOff x="461225" y="3249175"/>
              <a:chExt cx="1480800" cy="1110725"/>
            </a:xfrm>
          </p:grpSpPr>
          <p:sp>
            <p:nvSpPr>
              <p:cNvPr id="441" name="Google Shape;441;p21"/>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2" name="Google Shape;442;p21"/>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3" name="Google Shape;443;p21"/>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4" name="Google Shape;444;p21"/>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45" name="Google Shape;445;p21"/>
            <p:cNvGrpSpPr/>
            <p:nvPr/>
          </p:nvGrpSpPr>
          <p:grpSpPr>
            <a:xfrm>
              <a:off x="831425" y="4360025"/>
              <a:ext cx="1480800" cy="370200"/>
              <a:chOff x="831425" y="3249175"/>
              <a:chExt cx="1480800" cy="370200"/>
            </a:xfrm>
          </p:grpSpPr>
          <p:sp>
            <p:nvSpPr>
              <p:cNvPr id="446" name="Google Shape;446;p21"/>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7" name="Google Shape;447;p21"/>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8" name="Google Shape;448;p21"/>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9" name="Google Shape;449;p21"/>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50" name="Google Shape;450;p21"/>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51" name="Google Shape;451;p21"/>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lt1"/>
              </a:solidFill>
              <a:latin typeface="Sora"/>
              <a:ea typeface="Sora"/>
              <a:cs typeface="Sora"/>
              <a:sym typeface="Sora"/>
            </a:endParaRPr>
          </a:p>
        </p:txBody>
      </p:sp>
      <p:sp>
        <p:nvSpPr>
          <p:cNvPr id="452" name="Google Shape;452;p21"/>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53" name="Google Shape;453;p21"/>
          <p:cNvSpPr txBox="1"/>
          <p:nvPr>
            <p:ph idx="2"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54" name="Google Shape;454;p21"/>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455" name="Google Shape;455;p21"/>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2"/>
              </a:gs>
              <a:gs pos="21000">
                <a:schemeClr val="lt2"/>
              </a:gs>
              <a:gs pos="49000">
                <a:schemeClr val="accent1"/>
              </a:gs>
              <a:gs pos="75000">
                <a:schemeClr val="accent3"/>
              </a:gs>
              <a:gs pos="100000">
                <a:schemeClr val="accent4"/>
              </a:gs>
            </a:gsLst>
            <a:lin ang="0" scaled="0"/>
          </a:gradFill>
          <a:ln>
            <a:noFill/>
          </a:ln>
          <a:effectLst>
            <a:outerShdw blurRad="314325" rotWithShape="0" algn="bl" dir="5400000" dist="28575">
              <a:schemeClr val="accent4">
                <a:alpha val="24000"/>
              </a:schemeClr>
            </a:outerShdw>
          </a:effectLst>
        </p:spPr>
      </p:sp>
      <p:sp>
        <p:nvSpPr>
          <p:cNvPr id="456" name="Google Shape;456;p21"/>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s">
  <p:cSld name="BLANK_1_1_1_1_1_1_1_1_1_1_2_1_1">
    <p:spTree>
      <p:nvGrpSpPr>
        <p:cNvPr id="457" name="Shape 457"/>
        <p:cNvGrpSpPr/>
        <p:nvPr/>
      </p:nvGrpSpPr>
      <p:grpSpPr>
        <a:xfrm>
          <a:off x="0" y="0"/>
          <a:ext cx="0" cy="0"/>
          <a:chOff x="0" y="0"/>
          <a:chExt cx="0" cy="0"/>
        </a:xfrm>
      </p:grpSpPr>
      <p:grpSp>
        <p:nvGrpSpPr>
          <p:cNvPr id="458" name="Google Shape;458;p22"/>
          <p:cNvGrpSpPr/>
          <p:nvPr/>
        </p:nvGrpSpPr>
        <p:grpSpPr>
          <a:xfrm flipH="1">
            <a:off x="3199575" y="156175"/>
            <a:ext cx="1851000" cy="1225325"/>
            <a:chOff x="461225" y="3875100"/>
            <a:chExt cx="1851000" cy="1225325"/>
          </a:xfrm>
        </p:grpSpPr>
        <p:grpSp>
          <p:nvGrpSpPr>
            <p:cNvPr id="459" name="Google Shape;459;p22"/>
            <p:cNvGrpSpPr/>
            <p:nvPr/>
          </p:nvGrpSpPr>
          <p:grpSpPr>
            <a:xfrm>
              <a:off x="461225" y="3875100"/>
              <a:ext cx="1851000" cy="114600"/>
              <a:chOff x="461225" y="3504775"/>
              <a:chExt cx="1851000" cy="114600"/>
            </a:xfrm>
          </p:grpSpPr>
          <p:sp>
            <p:nvSpPr>
              <p:cNvPr id="460" name="Google Shape;460;p22"/>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1" name="Google Shape;461;p22"/>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2" name="Google Shape;462;p22"/>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3" name="Google Shape;463;p22"/>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4" name="Google Shape;464;p22"/>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65" name="Google Shape;465;p22"/>
            <p:cNvGrpSpPr/>
            <p:nvPr/>
          </p:nvGrpSpPr>
          <p:grpSpPr>
            <a:xfrm>
              <a:off x="461225" y="3989700"/>
              <a:ext cx="1480800" cy="1110725"/>
              <a:chOff x="461225" y="3249175"/>
              <a:chExt cx="1480800" cy="1110725"/>
            </a:xfrm>
          </p:grpSpPr>
          <p:sp>
            <p:nvSpPr>
              <p:cNvPr id="466" name="Google Shape;466;p22"/>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7" name="Google Shape;467;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8" name="Google Shape;468;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9" name="Google Shape;469;p22"/>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70" name="Google Shape;470;p22"/>
            <p:cNvGrpSpPr/>
            <p:nvPr/>
          </p:nvGrpSpPr>
          <p:grpSpPr>
            <a:xfrm>
              <a:off x="831425" y="4360025"/>
              <a:ext cx="1480800" cy="370200"/>
              <a:chOff x="831425" y="3249175"/>
              <a:chExt cx="1480800" cy="370200"/>
            </a:xfrm>
          </p:grpSpPr>
          <p:sp>
            <p:nvSpPr>
              <p:cNvPr id="471" name="Google Shape;471;p22"/>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2" name="Google Shape;472;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3" name="Google Shape;473;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4" name="Google Shape;474;p22"/>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75" name="Google Shape;475;p22"/>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76" name="Google Shape;476;p22"/>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77" name="Google Shape;477;p22"/>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478" name="Google Shape;478;p22"/>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1"/>
              </a:gs>
              <a:gs pos="11000">
                <a:schemeClr val="accent1"/>
              </a:gs>
              <a:gs pos="26000">
                <a:schemeClr val="accent3"/>
              </a:gs>
              <a:gs pos="63000">
                <a:schemeClr val="accent4"/>
              </a:gs>
              <a:gs pos="100000">
                <a:schemeClr val="accent4"/>
              </a:gs>
            </a:gsLst>
            <a:lin ang="8100019" scaled="0"/>
          </a:gradFill>
          <a:ln>
            <a:noFill/>
          </a:ln>
          <a:effectLst>
            <a:outerShdw blurRad="314325" rotWithShape="0" algn="bl" dir="5400000" dist="28575">
              <a:schemeClr val="accent4">
                <a:alpha val="24000"/>
              </a:schemeClr>
            </a:outerShdw>
          </a:effectLst>
        </p:spPr>
      </p:sp>
      <p:cxnSp>
        <p:nvCxnSpPr>
          <p:cNvPr id="479" name="Google Shape;479;p22"/>
          <p:cNvCxnSpPr/>
          <p:nvPr/>
        </p:nvCxnSpPr>
        <p:spPr>
          <a:xfrm rot="10800000">
            <a:off x="605578" y="17941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480" name="Google Shape;480;p22"/>
          <p:cNvCxnSpPr/>
          <p:nvPr/>
        </p:nvCxnSpPr>
        <p:spPr>
          <a:xfrm rot="10800000">
            <a:off x="605578" y="27319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481" name="Google Shape;481;p22"/>
          <p:cNvCxnSpPr/>
          <p:nvPr/>
        </p:nvCxnSpPr>
        <p:spPr>
          <a:xfrm rot="10800000">
            <a:off x="606300" y="3669725"/>
            <a:ext cx="8537700" cy="0"/>
          </a:xfrm>
          <a:prstGeom prst="straightConnector1">
            <a:avLst/>
          </a:prstGeom>
          <a:noFill/>
          <a:ln cap="flat" cmpd="sng" w="19050">
            <a:solidFill>
              <a:schemeClr val="dk1"/>
            </a:solidFill>
            <a:prstDash val="solid"/>
            <a:round/>
            <a:headEnd len="med" w="med" type="none"/>
            <a:tailEnd len="med" w="med" type="none"/>
          </a:ln>
        </p:spPr>
      </p:cxnSp>
      <p:sp>
        <p:nvSpPr>
          <p:cNvPr id="482" name="Google Shape;482;p22"/>
          <p:cNvSpPr txBox="1"/>
          <p:nvPr>
            <p:ph idx="1" type="body"/>
          </p:nvPr>
        </p:nvSpPr>
        <p:spPr>
          <a:xfrm>
            <a:off x="5788075" y="1906850"/>
            <a:ext cx="3021300" cy="8250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83" name="Google Shape;483;p22"/>
          <p:cNvSpPr txBox="1"/>
          <p:nvPr>
            <p:ph type="title"/>
          </p:nvPr>
        </p:nvSpPr>
        <p:spPr>
          <a:xfrm>
            <a:off x="2134625" y="2853988"/>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4" name="Google Shape;484;p22"/>
          <p:cNvSpPr txBox="1"/>
          <p:nvPr>
            <p:ph idx="2" type="body"/>
          </p:nvPr>
        </p:nvSpPr>
        <p:spPr>
          <a:xfrm>
            <a:off x="5788075" y="2855650"/>
            <a:ext cx="3021300" cy="8142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85" name="Google Shape;485;p22"/>
          <p:cNvSpPr txBox="1"/>
          <p:nvPr>
            <p:ph idx="3" type="title"/>
          </p:nvPr>
        </p:nvSpPr>
        <p:spPr>
          <a:xfrm>
            <a:off x="525175" y="2853988"/>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6" name="Google Shape;486;p22"/>
          <p:cNvSpPr txBox="1"/>
          <p:nvPr>
            <p:ph idx="4" type="title"/>
          </p:nvPr>
        </p:nvSpPr>
        <p:spPr>
          <a:xfrm>
            <a:off x="2134625" y="379347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7" name="Google Shape;487;p22"/>
          <p:cNvSpPr txBox="1"/>
          <p:nvPr>
            <p:ph idx="5" type="body"/>
          </p:nvPr>
        </p:nvSpPr>
        <p:spPr>
          <a:xfrm>
            <a:off x="5788075" y="3793450"/>
            <a:ext cx="3021300" cy="8361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88" name="Google Shape;488;p22"/>
          <p:cNvSpPr txBox="1"/>
          <p:nvPr>
            <p:ph idx="6" type="title"/>
          </p:nvPr>
        </p:nvSpPr>
        <p:spPr>
          <a:xfrm>
            <a:off x="525175" y="379347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9" name="Google Shape;489;p22"/>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90" name="Google Shape;490;p22"/>
          <p:cNvSpPr txBox="1"/>
          <p:nvPr>
            <p:ph idx="8" type="title"/>
          </p:nvPr>
        </p:nvSpPr>
        <p:spPr>
          <a:xfrm>
            <a:off x="2134625" y="191452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91" name="Google Shape;491;p22"/>
          <p:cNvSpPr txBox="1"/>
          <p:nvPr>
            <p:ph idx="9" type="title"/>
          </p:nvPr>
        </p:nvSpPr>
        <p:spPr>
          <a:xfrm>
            <a:off x="525175" y="191452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92" name="Google Shape;492;p22"/>
          <p:cNvSpPr txBox="1"/>
          <p:nvPr>
            <p:ph idx="13"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93" name="Google Shape;493;p22"/>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spTree>
      <p:nvGrpSpPr>
        <p:cNvPr id="494" name="Shape 494"/>
        <p:cNvGrpSpPr/>
        <p:nvPr/>
      </p:nvGrpSpPr>
      <p:grpSpPr>
        <a:xfrm>
          <a:off x="0" y="0"/>
          <a:ext cx="0" cy="0"/>
          <a:chOff x="0" y="0"/>
          <a:chExt cx="0" cy="0"/>
        </a:xfrm>
      </p:grpSpPr>
      <p:grpSp>
        <p:nvGrpSpPr>
          <p:cNvPr id="495" name="Google Shape;495;p23"/>
          <p:cNvGrpSpPr/>
          <p:nvPr/>
        </p:nvGrpSpPr>
        <p:grpSpPr>
          <a:xfrm>
            <a:off x="115026" y="364"/>
            <a:ext cx="5125634" cy="5143564"/>
            <a:chOff x="312900" y="2788524"/>
            <a:chExt cx="2221197" cy="1994480"/>
          </a:xfrm>
        </p:grpSpPr>
        <p:grpSp>
          <p:nvGrpSpPr>
            <p:cNvPr id="496" name="Google Shape;496;p23"/>
            <p:cNvGrpSpPr/>
            <p:nvPr/>
          </p:nvGrpSpPr>
          <p:grpSpPr>
            <a:xfrm>
              <a:off x="312900" y="2788524"/>
              <a:ext cx="1851000" cy="1994480"/>
              <a:chOff x="461225" y="3244074"/>
              <a:chExt cx="1851000" cy="1994480"/>
            </a:xfrm>
          </p:grpSpPr>
          <p:grpSp>
            <p:nvGrpSpPr>
              <p:cNvPr id="497" name="Google Shape;497;p23"/>
              <p:cNvGrpSpPr/>
              <p:nvPr/>
            </p:nvGrpSpPr>
            <p:grpSpPr>
              <a:xfrm>
                <a:off x="461229" y="3244074"/>
                <a:ext cx="1850992" cy="1994480"/>
                <a:chOff x="461229" y="3244074"/>
                <a:chExt cx="1850992" cy="1994480"/>
              </a:xfrm>
            </p:grpSpPr>
            <p:sp>
              <p:nvSpPr>
                <p:cNvPr id="498" name="Google Shape;498;p23"/>
                <p:cNvSpPr/>
                <p:nvPr/>
              </p:nvSpPr>
              <p:spPr>
                <a:xfrm>
                  <a:off x="461229" y="324407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9" name="Google Shape;499;p23"/>
                <p:cNvSpPr/>
                <p:nvPr/>
              </p:nvSpPr>
              <p:spPr>
                <a:xfrm>
                  <a:off x="831430" y="5100554"/>
                  <a:ext cx="370200" cy="138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0" name="Google Shape;500;p23"/>
                <p:cNvSpPr/>
                <p:nvPr/>
              </p:nvSpPr>
              <p:spPr>
                <a:xfrm>
                  <a:off x="12016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1" name="Google Shape;501;p23"/>
                <p:cNvSpPr/>
                <p:nvPr/>
              </p:nvSpPr>
              <p:spPr>
                <a:xfrm>
                  <a:off x="15718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2" name="Google Shape;502;p23"/>
                <p:cNvSpPr/>
                <p:nvPr/>
              </p:nvSpPr>
              <p:spPr>
                <a:xfrm>
                  <a:off x="1942021"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03" name="Google Shape;503;p23"/>
              <p:cNvGrpSpPr/>
              <p:nvPr/>
            </p:nvGrpSpPr>
            <p:grpSpPr>
              <a:xfrm>
                <a:off x="461225" y="3619500"/>
                <a:ext cx="1851000" cy="370200"/>
                <a:chOff x="461225" y="3249175"/>
                <a:chExt cx="1851000" cy="370200"/>
              </a:xfrm>
            </p:grpSpPr>
            <p:sp>
              <p:nvSpPr>
                <p:cNvPr id="504" name="Google Shape;504;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5" name="Google Shape;505;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6" name="Google Shape;506;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7" name="Google Shape;507;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8" name="Google Shape;508;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09" name="Google Shape;509;p23"/>
              <p:cNvGrpSpPr/>
              <p:nvPr/>
            </p:nvGrpSpPr>
            <p:grpSpPr>
              <a:xfrm>
                <a:off x="461225" y="3989700"/>
                <a:ext cx="1851000" cy="1110726"/>
                <a:chOff x="461225" y="3249175"/>
                <a:chExt cx="1851000" cy="1110726"/>
              </a:xfrm>
            </p:grpSpPr>
            <p:sp>
              <p:nvSpPr>
                <p:cNvPr id="510" name="Google Shape;510;p23"/>
                <p:cNvSpPr/>
                <p:nvPr/>
              </p:nvSpPr>
              <p:spPr>
                <a:xfrm>
                  <a:off x="461225" y="3989701"/>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1" name="Google Shape;511;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2" name="Google Shape;512;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3" name="Google Shape;513;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4" name="Google Shape;514;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15" name="Google Shape;515;p23"/>
              <p:cNvGrpSpPr/>
              <p:nvPr/>
            </p:nvGrpSpPr>
            <p:grpSpPr>
              <a:xfrm>
                <a:off x="461225" y="4360025"/>
                <a:ext cx="1851000" cy="370200"/>
                <a:chOff x="461225" y="3249175"/>
                <a:chExt cx="1851000" cy="370200"/>
              </a:xfrm>
            </p:grpSpPr>
            <p:sp>
              <p:nvSpPr>
                <p:cNvPr id="516" name="Google Shape;516;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7" name="Google Shape;517;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8" name="Google Shape;518;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9" name="Google Shape;519;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20" name="Google Shape;520;p23"/>
            <p:cNvSpPr/>
            <p:nvPr/>
          </p:nvSpPr>
          <p:spPr>
            <a:xfrm>
              <a:off x="2163897" y="278852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21" name="Google Shape;521;p23"/>
          <p:cNvGrpSpPr/>
          <p:nvPr/>
        </p:nvGrpSpPr>
        <p:grpSpPr>
          <a:xfrm flipH="1" rot="5400000">
            <a:off x="7145338" y="3274875"/>
            <a:ext cx="2221200" cy="1481050"/>
            <a:chOff x="312900" y="2793625"/>
            <a:chExt cx="2221200" cy="1481050"/>
          </a:xfrm>
        </p:grpSpPr>
        <p:grpSp>
          <p:nvGrpSpPr>
            <p:cNvPr id="522" name="Google Shape;522;p23"/>
            <p:cNvGrpSpPr/>
            <p:nvPr/>
          </p:nvGrpSpPr>
          <p:grpSpPr>
            <a:xfrm>
              <a:off x="312900" y="2793625"/>
              <a:ext cx="1851000" cy="1481050"/>
              <a:chOff x="461225" y="3249175"/>
              <a:chExt cx="1851000" cy="1481050"/>
            </a:xfrm>
          </p:grpSpPr>
          <p:grpSp>
            <p:nvGrpSpPr>
              <p:cNvPr id="523" name="Google Shape;523;p23"/>
              <p:cNvGrpSpPr/>
              <p:nvPr/>
            </p:nvGrpSpPr>
            <p:grpSpPr>
              <a:xfrm>
                <a:off x="461225" y="3249175"/>
                <a:ext cx="1851000" cy="370200"/>
                <a:chOff x="461225" y="3249175"/>
                <a:chExt cx="1851000" cy="370200"/>
              </a:xfrm>
            </p:grpSpPr>
            <p:sp>
              <p:nvSpPr>
                <p:cNvPr id="524" name="Google Shape;524;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5" name="Google Shape;525;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6" name="Google Shape;526;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7" name="Google Shape;527;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8" name="Google Shape;528;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29" name="Google Shape;529;p23"/>
              <p:cNvGrpSpPr/>
              <p:nvPr/>
            </p:nvGrpSpPr>
            <p:grpSpPr>
              <a:xfrm>
                <a:off x="461225" y="3619500"/>
                <a:ext cx="1851000" cy="370200"/>
                <a:chOff x="461225" y="3249175"/>
                <a:chExt cx="1851000" cy="370200"/>
              </a:xfrm>
            </p:grpSpPr>
            <p:sp>
              <p:nvSpPr>
                <p:cNvPr id="530" name="Google Shape;530;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1" name="Google Shape;531;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2" name="Google Shape;532;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3" name="Google Shape;533;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4" name="Google Shape;534;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35" name="Google Shape;535;p23"/>
              <p:cNvGrpSpPr/>
              <p:nvPr/>
            </p:nvGrpSpPr>
            <p:grpSpPr>
              <a:xfrm>
                <a:off x="461225" y="3989700"/>
                <a:ext cx="1851000" cy="370200"/>
                <a:chOff x="461225" y="3249175"/>
                <a:chExt cx="1851000" cy="370200"/>
              </a:xfrm>
            </p:grpSpPr>
            <p:sp>
              <p:nvSpPr>
                <p:cNvPr id="536" name="Google Shape;536;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7" name="Google Shape;537;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8" name="Google Shape;538;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9" name="Google Shape;539;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0" name="Google Shape;540;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41" name="Google Shape;541;p23"/>
              <p:cNvGrpSpPr/>
              <p:nvPr/>
            </p:nvGrpSpPr>
            <p:grpSpPr>
              <a:xfrm>
                <a:off x="461225" y="4360025"/>
                <a:ext cx="1851000" cy="370200"/>
                <a:chOff x="461225" y="3249175"/>
                <a:chExt cx="1851000" cy="370200"/>
              </a:xfrm>
            </p:grpSpPr>
            <p:sp>
              <p:nvSpPr>
                <p:cNvPr id="542" name="Google Shape;542;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3" name="Google Shape;543;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4" name="Google Shape;544;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5" name="Google Shape;545;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6" name="Google Shape;546;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47" name="Google Shape;547;p23"/>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548" name="Google Shape;548;p23"/>
          <p:cNvSpPr/>
          <p:nvPr/>
        </p:nvSpPr>
        <p:spPr>
          <a:xfrm>
            <a:off x="6255775" y="3774250"/>
            <a:ext cx="2888225" cy="1369250"/>
          </a:xfrm>
          <a:custGeom>
            <a:rect b="b" l="l" r="r" t="t"/>
            <a:pathLst>
              <a:path extrusionOk="0" h="54770" w="115529">
                <a:moveTo>
                  <a:pt x="115529" y="1"/>
                </a:moveTo>
                <a:lnTo>
                  <a:pt x="112924" y="187"/>
                </a:lnTo>
                <a:lnTo>
                  <a:pt x="110245" y="447"/>
                </a:lnTo>
                <a:lnTo>
                  <a:pt x="107566" y="745"/>
                </a:lnTo>
                <a:lnTo>
                  <a:pt x="104850" y="1080"/>
                </a:lnTo>
                <a:lnTo>
                  <a:pt x="102097" y="1489"/>
                </a:lnTo>
                <a:lnTo>
                  <a:pt x="99344" y="1936"/>
                </a:lnTo>
                <a:lnTo>
                  <a:pt x="96516" y="2419"/>
                </a:lnTo>
                <a:lnTo>
                  <a:pt x="93725" y="2940"/>
                </a:lnTo>
                <a:lnTo>
                  <a:pt x="90860" y="3536"/>
                </a:lnTo>
                <a:lnTo>
                  <a:pt x="88033" y="4131"/>
                </a:lnTo>
                <a:lnTo>
                  <a:pt x="85168" y="4801"/>
                </a:lnTo>
                <a:lnTo>
                  <a:pt x="82266" y="5508"/>
                </a:lnTo>
                <a:lnTo>
                  <a:pt x="79401" y="6252"/>
                </a:lnTo>
                <a:lnTo>
                  <a:pt x="76498" y="7070"/>
                </a:lnTo>
                <a:lnTo>
                  <a:pt x="73596" y="7889"/>
                </a:lnTo>
                <a:lnTo>
                  <a:pt x="70694" y="8782"/>
                </a:lnTo>
                <a:lnTo>
                  <a:pt x="67308" y="9861"/>
                </a:lnTo>
                <a:lnTo>
                  <a:pt x="63960" y="10977"/>
                </a:lnTo>
                <a:lnTo>
                  <a:pt x="60685" y="12130"/>
                </a:lnTo>
                <a:lnTo>
                  <a:pt x="57411" y="13321"/>
                </a:lnTo>
                <a:lnTo>
                  <a:pt x="54211" y="14586"/>
                </a:lnTo>
                <a:lnTo>
                  <a:pt x="51086" y="15851"/>
                </a:lnTo>
                <a:lnTo>
                  <a:pt x="47961" y="17153"/>
                </a:lnTo>
                <a:lnTo>
                  <a:pt x="44947" y="18530"/>
                </a:lnTo>
                <a:lnTo>
                  <a:pt x="41970" y="19907"/>
                </a:lnTo>
                <a:lnTo>
                  <a:pt x="39068" y="21321"/>
                </a:lnTo>
                <a:lnTo>
                  <a:pt x="36203" y="22772"/>
                </a:lnTo>
                <a:lnTo>
                  <a:pt x="33450" y="24223"/>
                </a:lnTo>
                <a:lnTo>
                  <a:pt x="30734" y="25748"/>
                </a:lnTo>
                <a:lnTo>
                  <a:pt x="28129" y="27274"/>
                </a:lnTo>
                <a:lnTo>
                  <a:pt x="25562" y="28836"/>
                </a:lnTo>
                <a:lnTo>
                  <a:pt x="23106" y="30436"/>
                </a:lnTo>
                <a:lnTo>
                  <a:pt x="20799" y="31962"/>
                </a:lnTo>
                <a:lnTo>
                  <a:pt x="18604" y="33524"/>
                </a:lnTo>
                <a:lnTo>
                  <a:pt x="16521" y="35087"/>
                </a:lnTo>
                <a:lnTo>
                  <a:pt x="14549" y="36650"/>
                </a:lnTo>
                <a:lnTo>
                  <a:pt x="12651" y="38213"/>
                </a:lnTo>
                <a:lnTo>
                  <a:pt x="10902" y="39775"/>
                </a:lnTo>
                <a:lnTo>
                  <a:pt x="9265" y="41338"/>
                </a:lnTo>
                <a:lnTo>
                  <a:pt x="7740" y="42863"/>
                </a:lnTo>
                <a:lnTo>
                  <a:pt x="6326" y="44426"/>
                </a:lnTo>
                <a:lnTo>
                  <a:pt x="5061" y="45952"/>
                </a:lnTo>
                <a:lnTo>
                  <a:pt x="4466" y="46696"/>
                </a:lnTo>
                <a:lnTo>
                  <a:pt x="3870" y="47477"/>
                </a:lnTo>
                <a:lnTo>
                  <a:pt x="3349" y="48221"/>
                </a:lnTo>
                <a:lnTo>
                  <a:pt x="2828" y="48965"/>
                </a:lnTo>
                <a:lnTo>
                  <a:pt x="2382" y="49709"/>
                </a:lnTo>
                <a:lnTo>
                  <a:pt x="1936" y="50454"/>
                </a:lnTo>
                <a:lnTo>
                  <a:pt x="1526" y="51198"/>
                </a:lnTo>
                <a:lnTo>
                  <a:pt x="1154" y="51905"/>
                </a:lnTo>
                <a:lnTo>
                  <a:pt x="819" y="52649"/>
                </a:lnTo>
                <a:lnTo>
                  <a:pt x="522" y="53356"/>
                </a:lnTo>
                <a:lnTo>
                  <a:pt x="224" y="54063"/>
                </a:lnTo>
                <a:lnTo>
                  <a:pt x="1" y="54770"/>
                </a:lnTo>
                <a:lnTo>
                  <a:pt x="115529" y="54770"/>
                </a:lnTo>
                <a:lnTo>
                  <a:pt x="11552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9" name="Google Shape;549;p23"/>
          <p:cNvSpPr/>
          <p:nvPr/>
        </p:nvSpPr>
        <p:spPr>
          <a:xfrm rot="5400000">
            <a:off x="6256650" y="3649999"/>
            <a:ext cx="1392300" cy="3359400"/>
          </a:xfrm>
          <a:prstGeom prst="chord">
            <a:avLst>
              <a:gd fmla="val 5820070" name="adj1"/>
              <a:gd fmla="val 15784537"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0" name="Google Shape;550;p23"/>
          <p:cNvSpPr txBox="1"/>
          <p:nvPr>
            <p:ph idx="1" type="subTitle"/>
          </p:nvPr>
        </p:nvSpPr>
        <p:spPr>
          <a:xfrm>
            <a:off x="4482800" y="3963975"/>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1" name="Google Shape;551;p23"/>
          <p:cNvSpPr txBox="1"/>
          <p:nvPr>
            <p:ph idx="2" type="subTitle"/>
          </p:nvPr>
        </p:nvSpPr>
        <p:spPr>
          <a:xfrm>
            <a:off x="4482800" y="3731112"/>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52" name="Google Shape;552;p23"/>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53" name="Google Shape;553;p23"/>
          <p:cNvSpPr txBox="1"/>
          <p:nvPr>
            <p:ph idx="3" type="title"/>
          </p:nvPr>
        </p:nvSpPr>
        <p:spPr>
          <a:xfrm>
            <a:off x="115025" y="4710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54" name="Google Shape;554;p23"/>
          <p:cNvSpPr txBox="1"/>
          <p:nvPr>
            <p:ph idx="4" type="subTitle"/>
          </p:nvPr>
        </p:nvSpPr>
        <p:spPr>
          <a:xfrm>
            <a:off x="4482800" y="3428650"/>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5" name="Google Shape;555;p23"/>
          <p:cNvSpPr txBox="1"/>
          <p:nvPr>
            <p:ph idx="5" type="subTitle"/>
          </p:nvPr>
        </p:nvSpPr>
        <p:spPr>
          <a:xfrm>
            <a:off x="4482800" y="3195787"/>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56" name="Google Shape;556;p23"/>
          <p:cNvSpPr txBox="1"/>
          <p:nvPr>
            <p:ph idx="6" type="subTitle"/>
          </p:nvPr>
        </p:nvSpPr>
        <p:spPr>
          <a:xfrm>
            <a:off x="4482800" y="2894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7" name="Google Shape;557;p23"/>
          <p:cNvSpPr txBox="1"/>
          <p:nvPr>
            <p:ph idx="7" type="subTitle"/>
          </p:nvPr>
        </p:nvSpPr>
        <p:spPr>
          <a:xfrm>
            <a:off x="4482800" y="2662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58" name="Google Shape;558;p23"/>
          <p:cNvSpPr txBox="1"/>
          <p:nvPr>
            <p:ph idx="8" type="subTitle"/>
          </p:nvPr>
        </p:nvSpPr>
        <p:spPr>
          <a:xfrm>
            <a:off x="4482800" y="2361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9" name="Google Shape;559;p23"/>
          <p:cNvSpPr txBox="1"/>
          <p:nvPr>
            <p:ph idx="9" type="subTitle"/>
          </p:nvPr>
        </p:nvSpPr>
        <p:spPr>
          <a:xfrm>
            <a:off x="4482800" y="2129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60" name="Google Shape;560;p23"/>
          <p:cNvSpPr txBox="1"/>
          <p:nvPr>
            <p:ph idx="13" type="subTitle"/>
          </p:nvPr>
        </p:nvSpPr>
        <p:spPr>
          <a:xfrm>
            <a:off x="4482800" y="1829238"/>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61" name="Google Shape;561;p23"/>
          <p:cNvSpPr txBox="1"/>
          <p:nvPr>
            <p:ph idx="14" type="subTitle"/>
          </p:nvPr>
        </p:nvSpPr>
        <p:spPr>
          <a:xfrm>
            <a:off x="4482800" y="1596375"/>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62" name="Google Shape;562;p23"/>
          <p:cNvSpPr txBox="1"/>
          <p:nvPr>
            <p:ph idx="15" type="subTitle"/>
          </p:nvPr>
        </p:nvSpPr>
        <p:spPr>
          <a:xfrm>
            <a:off x="4482800" y="129661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63" name="Google Shape;563;p23"/>
          <p:cNvSpPr txBox="1"/>
          <p:nvPr>
            <p:ph idx="16" type="subTitle"/>
          </p:nvPr>
        </p:nvSpPr>
        <p:spPr>
          <a:xfrm>
            <a:off x="4482800" y="106375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64" name="Google Shape;564;p23"/>
          <p:cNvSpPr txBox="1"/>
          <p:nvPr>
            <p:ph idx="17"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Persona Infographic">
  <p:cSld name="BLANK_1_1_1_1_1_1_1_1_1_1_1_1_3">
    <p:bg>
      <p:bgPr>
        <a:solidFill>
          <a:schemeClr val="lt1"/>
        </a:solidFill>
      </p:bgPr>
    </p:bg>
    <p:spTree>
      <p:nvGrpSpPr>
        <p:cNvPr id="565" name="Shape 565"/>
        <p:cNvGrpSpPr/>
        <p:nvPr/>
      </p:nvGrpSpPr>
      <p:grpSpPr>
        <a:xfrm>
          <a:off x="0" y="0"/>
          <a:ext cx="0" cy="0"/>
          <a:chOff x="0" y="0"/>
          <a:chExt cx="0" cy="0"/>
        </a:xfrm>
      </p:grpSpPr>
      <p:sp>
        <p:nvSpPr>
          <p:cNvPr id="566" name="Google Shape;566;p24"/>
          <p:cNvSpPr/>
          <p:nvPr/>
        </p:nvSpPr>
        <p:spPr>
          <a:xfrm>
            <a:off x="6702700" y="2532550"/>
            <a:ext cx="2441400" cy="2610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7" name="Google Shape;567;p24"/>
          <p:cNvSpPr/>
          <p:nvPr>
            <p:ph idx="2" type="pic"/>
          </p:nvPr>
        </p:nvSpPr>
        <p:spPr>
          <a:xfrm>
            <a:off x="6702600" y="-16150"/>
            <a:ext cx="2441400" cy="2574600"/>
          </a:xfrm>
          <a:prstGeom prst="rect">
            <a:avLst/>
          </a:prstGeom>
          <a:noFill/>
          <a:ln>
            <a:noFill/>
          </a:ln>
        </p:spPr>
      </p:sp>
      <p:sp>
        <p:nvSpPr>
          <p:cNvPr id="568" name="Google Shape;568;p24"/>
          <p:cNvSpPr txBox="1"/>
          <p:nvPr>
            <p:ph idx="1" type="subTitle"/>
          </p:nvPr>
        </p:nvSpPr>
        <p:spPr>
          <a:xfrm>
            <a:off x="115025" y="1739375"/>
            <a:ext cx="3460800" cy="1776600"/>
          </a:xfrm>
          <a:prstGeom prst="rect">
            <a:avLst/>
          </a:prstGeom>
        </p:spPr>
        <p:txBody>
          <a:bodyPr anchorCtr="0" anchor="t" bIns="0" lIns="91425" spcFirstLastPara="1" rIns="91425" wrap="square" tIns="0">
            <a:norm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nSpc>
                <a:spcPct val="115000"/>
              </a:lnSpc>
              <a:spcBef>
                <a:spcPts val="1000"/>
              </a:spcBef>
              <a:spcAft>
                <a:spcPts val="0"/>
              </a:spcAft>
              <a:buClr>
                <a:schemeClr val="dk2"/>
              </a:buClr>
              <a:buSzPts val="1400"/>
              <a:buNone/>
              <a:defRPr>
                <a:solidFill>
                  <a:schemeClr val="dk2"/>
                </a:solidFill>
              </a:defRPr>
            </a:lvl2pPr>
            <a:lvl3pPr lvl="2">
              <a:lnSpc>
                <a:spcPct val="115000"/>
              </a:lnSpc>
              <a:spcBef>
                <a:spcPts val="0"/>
              </a:spcBef>
              <a:spcAft>
                <a:spcPts val="0"/>
              </a:spcAft>
              <a:buClr>
                <a:schemeClr val="dk2"/>
              </a:buClr>
              <a:buSzPts val="1400"/>
              <a:buNone/>
              <a:defRPr>
                <a:solidFill>
                  <a:schemeClr val="dk2"/>
                </a:solidFill>
              </a:defRPr>
            </a:lvl3pPr>
            <a:lvl4pPr lvl="3">
              <a:lnSpc>
                <a:spcPct val="115000"/>
              </a:lnSpc>
              <a:spcBef>
                <a:spcPts val="0"/>
              </a:spcBef>
              <a:spcAft>
                <a:spcPts val="0"/>
              </a:spcAft>
              <a:buClr>
                <a:schemeClr val="dk2"/>
              </a:buClr>
              <a:buSzPts val="1400"/>
              <a:buNone/>
              <a:defRPr>
                <a:solidFill>
                  <a:schemeClr val="dk2"/>
                </a:solidFill>
              </a:defRPr>
            </a:lvl4pPr>
            <a:lvl5pPr lvl="4">
              <a:lnSpc>
                <a:spcPct val="115000"/>
              </a:lnSpc>
              <a:spcBef>
                <a:spcPts val="0"/>
              </a:spcBef>
              <a:spcAft>
                <a:spcPts val="0"/>
              </a:spcAft>
              <a:buClr>
                <a:schemeClr val="dk2"/>
              </a:buClr>
              <a:buSzPts val="1400"/>
              <a:buNone/>
              <a:defRPr>
                <a:solidFill>
                  <a:schemeClr val="dk2"/>
                </a:solidFill>
              </a:defRPr>
            </a:lvl5pPr>
            <a:lvl6pPr lvl="5">
              <a:lnSpc>
                <a:spcPct val="115000"/>
              </a:lnSpc>
              <a:spcBef>
                <a:spcPts val="0"/>
              </a:spcBef>
              <a:spcAft>
                <a:spcPts val="0"/>
              </a:spcAft>
              <a:buClr>
                <a:schemeClr val="dk2"/>
              </a:buClr>
              <a:buSzPts val="1400"/>
              <a:buNone/>
              <a:defRPr>
                <a:solidFill>
                  <a:schemeClr val="dk2"/>
                </a:solidFill>
              </a:defRPr>
            </a:lvl6pPr>
            <a:lvl7pPr lvl="6">
              <a:lnSpc>
                <a:spcPct val="115000"/>
              </a:lnSpc>
              <a:spcBef>
                <a:spcPts val="0"/>
              </a:spcBef>
              <a:spcAft>
                <a:spcPts val="0"/>
              </a:spcAft>
              <a:buClr>
                <a:schemeClr val="dk2"/>
              </a:buClr>
              <a:buSzPts val="1400"/>
              <a:buNone/>
              <a:defRPr>
                <a:solidFill>
                  <a:schemeClr val="dk2"/>
                </a:solidFill>
              </a:defRPr>
            </a:lvl7pPr>
            <a:lvl8pPr lvl="7">
              <a:lnSpc>
                <a:spcPct val="115000"/>
              </a:lnSpc>
              <a:spcBef>
                <a:spcPts val="0"/>
              </a:spcBef>
              <a:spcAft>
                <a:spcPts val="0"/>
              </a:spcAft>
              <a:buClr>
                <a:schemeClr val="dk2"/>
              </a:buClr>
              <a:buSzPts val="1400"/>
              <a:buNone/>
              <a:defRPr>
                <a:solidFill>
                  <a:schemeClr val="dk2"/>
                </a:solidFill>
              </a:defRPr>
            </a:lvl8pPr>
            <a:lvl9pPr lvl="8">
              <a:lnSpc>
                <a:spcPct val="115000"/>
              </a:lnSpc>
              <a:spcBef>
                <a:spcPts val="0"/>
              </a:spcBef>
              <a:spcAft>
                <a:spcPts val="0"/>
              </a:spcAft>
              <a:buClr>
                <a:schemeClr val="dk2"/>
              </a:buClr>
              <a:buSzPts val="1400"/>
              <a:buNone/>
              <a:defRPr>
                <a:solidFill>
                  <a:schemeClr val="dk2"/>
                </a:solidFill>
              </a:defRPr>
            </a:lvl9pPr>
          </a:lstStyle>
          <a:p/>
        </p:txBody>
      </p:sp>
      <p:sp>
        <p:nvSpPr>
          <p:cNvPr id="569" name="Google Shape;569;p24"/>
          <p:cNvSpPr txBox="1"/>
          <p:nvPr>
            <p:ph idx="3" type="subTitle"/>
          </p:nvPr>
        </p:nvSpPr>
        <p:spPr>
          <a:xfrm>
            <a:off x="115025" y="3869063"/>
            <a:ext cx="3460800" cy="8004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100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570" name="Google Shape;570;p24"/>
          <p:cNvSpPr txBox="1"/>
          <p:nvPr>
            <p:ph type="title"/>
          </p:nvPr>
        </p:nvSpPr>
        <p:spPr>
          <a:xfrm>
            <a:off x="3656050" y="1739375"/>
            <a:ext cx="2960700" cy="237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1" name="Google Shape;571;p24"/>
          <p:cNvSpPr txBox="1"/>
          <p:nvPr>
            <p:ph idx="4" type="title"/>
          </p:nvPr>
        </p:nvSpPr>
        <p:spPr>
          <a:xfrm>
            <a:off x="3656050" y="2786778"/>
            <a:ext cx="29607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2" name="Google Shape;572;p24"/>
          <p:cNvSpPr txBox="1"/>
          <p:nvPr>
            <p:ph idx="5" type="title"/>
          </p:nvPr>
        </p:nvSpPr>
        <p:spPr>
          <a:xfrm>
            <a:off x="3624425" y="4231975"/>
            <a:ext cx="9006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3" name="Google Shape;573;p24"/>
          <p:cNvSpPr txBox="1"/>
          <p:nvPr>
            <p:ph idx="6" type="title"/>
          </p:nvPr>
        </p:nvSpPr>
        <p:spPr>
          <a:xfrm>
            <a:off x="115025" y="1079975"/>
            <a:ext cx="6055500" cy="4923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574" name="Google Shape;574;p24"/>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575" name="Google Shape;575;p24"/>
          <p:cNvSpPr txBox="1"/>
          <p:nvPr>
            <p:ph idx="8" type="title"/>
          </p:nvPr>
        </p:nvSpPr>
        <p:spPr>
          <a:xfrm>
            <a:off x="115025" y="473240"/>
            <a:ext cx="6055500" cy="577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576" name="Google Shape;576;p24"/>
          <p:cNvSpPr txBox="1"/>
          <p:nvPr>
            <p:ph idx="9" type="title"/>
          </p:nvPr>
        </p:nvSpPr>
        <p:spPr>
          <a:xfrm>
            <a:off x="115025" y="3631463"/>
            <a:ext cx="3460800" cy="237600"/>
          </a:xfrm>
          <a:prstGeom prst="rect">
            <a:avLst/>
          </a:prstGeom>
        </p:spPr>
        <p:txBody>
          <a:bodyPr anchorCtr="0" anchor="t" bIns="0" lIns="91425" spcFirstLastPara="1" rIns="0" wrap="square" tIns="0">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7" name="Google Shape;577;p24"/>
          <p:cNvSpPr txBox="1"/>
          <p:nvPr>
            <p:ph idx="13" type="subTitle"/>
          </p:nvPr>
        </p:nvSpPr>
        <p:spPr>
          <a:xfrm>
            <a:off x="6751650" y="259910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78" name="Google Shape;578;p24"/>
          <p:cNvSpPr txBox="1"/>
          <p:nvPr>
            <p:ph idx="14" type="subTitle"/>
          </p:nvPr>
        </p:nvSpPr>
        <p:spPr>
          <a:xfrm>
            <a:off x="6751650" y="291237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79" name="Google Shape;579;p24"/>
          <p:cNvSpPr txBox="1"/>
          <p:nvPr>
            <p:ph idx="15" type="subTitle"/>
          </p:nvPr>
        </p:nvSpPr>
        <p:spPr>
          <a:xfrm>
            <a:off x="6751650" y="3225655"/>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0" name="Google Shape;580;p24"/>
          <p:cNvSpPr txBox="1"/>
          <p:nvPr>
            <p:ph idx="16" type="subTitle"/>
          </p:nvPr>
        </p:nvSpPr>
        <p:spPr>
          <a:xfrm>
            <a:off x="6751650" y="3538932"/>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1" name="Google Shape;581;p24"/>
          <p:cNvSpPr txBox="1"/>
          <p:nvPr>
            <p:ph idx="17" type="subTitle"/>
          </p:nvPr>
        </p:nvSpPr>
        <p:spPr>
          <a:xfrm>
            <a:off x="6751650" y="385221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2" name="Google Shape;582;p24"/>
          <p:cNvSpPr txBox="1"/>
          <p:nvPr>
            <p:ph idx="18" type="subTitle"/>
          </p:nvPr>
        </p:nvSpPr>
        <p:spPr>
          <a:xfrm>
            <a:off x="6751650" y="416548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3" name="Google Shape;583;p24"/>
          <p:cNvSpPr txBox="1"/>
          <p:nvPr>
            <p:ph idx="19"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BLANK_1_1_1_1_1_1_1_1_1_1_1_1_2">
    <p:spTree>
      <p:nvGrpSpPr>
        <p:cNvPr id="584" name="Shape 584"/>
        <p:cNvGrpSpPr/>
        <p:nvPr/>
      </p:nvGrpSpPr>
      <p:grpSpPr>
        <a:xfrm>
          <a:off x="0" y="0"/>
          <a:ext cx="0" cy="0"/>
          <a:chOff x="0" y="0"/>
          <a:chExt cx="0" cy="0"/>
        </a:xfrm>
      </p:grpSpPr>
      <p:sp>
        <p:nvSpPr>
          <p:cNvPr id="585" name="Google Shape;585;p25"/>
          <p:cNvSpPr/>
          <p:nvPr/>
        </p:nvSpPr>
        <p:spPr>
          <a:xfrm flipH="1" rot="-8100000">
            <a:off x="4692650" y="965198"/>
            <a:ext cx="4843399" cy="248024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6" name="Google Shape;586;p25"/>
          <p:cNvSpPr/>
          <p:nvPr/>
        </p:nvSpPr>
        <p:spPr>
          <a:xfrm flipH="1" rot="10800000">
            <a:off x="4676692" y="3337812"/>
            <a:ext cx="4467295" cy="1685226"/>
          </a:xfrm>
          <a:custGeom>
            <a:rect b="b" l="l" r="r" t="t"/>
            <a:pathLst>
              <a:path extrusionOk="0" h="51371" w="119855">
                <a:moveTo>
                  <a:pt x="32006" y="0"/>
                </a:moveTo>
                <a:lnTo>
                  <a:pt x="30303" y="29"/>
                </a:lnTo>
                <a:lnTo>
                  <a:pt x="28658" y="116"/>
                </a:lnTo>
                <a:lnTo>
                  <a:pt x="27042" y="202"/>
                </a:lnTo>
                <a:lnTo>
                  <a:pt x="25455" y="289"/>
                </a:lnTo>
                <a:lnTo>
                  <a:pt x="23896" y="433"/>
                </a:lnTo>
                <a:lnTo>
                  <a:pt x="22367" y="606"/>
                </a:lnTo>
                <a:lnTo>
                  <a:pt x="20895" y="779"/>
                </a:lnTo>
                <a:lnTo>
                  <a:pt x="19452" y="1010"/>
                </a:lnTo>
                <a:lnTo>
                  <a:pt x="18067" y="1241"/>
                </a:lnTo>
                <a:lnTo>
                  <a:pt x="16710" y="1501"/>
                </a:lnTo>
                <a:lnTo>
                  <a:pt x="15383" y="1761"/>
                </a:lnTo>
                <a:lnTo>
                  <a:pt x="14142" y="2078"/>
                </a:lnTo>
                <a:lnTo>
                  <a:pt x="12930" y="2396"/>
                </a:lnTo>
                <a:lnTo>
                  <a:pt x="11746" y="2771"/>
                </a:lnTo>
                <a:lnTo>
                  <a:pt x="10621" y="3117"/>
                </a:lnTo>
                <a:lnTo>
                  <a:pt x="9524" y="3550"/>
                </a:lnTo>
                <a:lnTo>
                  <a:pt x="8485" y="3983"/>
                </a:lnTo>
                <a:lnTo>
                  <a:pt x="7504" y="4416"/>
                </a:lnTo>
                <a:lnTo>
                  <a:pt x="6581" y="4906"/>
                </a:lnTo>
                <a:lnTo>
                  <a:pt x="5715" y="5397"/>
                </a:lnTo>
                <a:lnTo>
                  <a:pt x="4907" y="5916"/>
                </a:lnTo>
                <a:lnTo>
                  <a:pt x="4156" y="6465"/>
                </a:lnTo>
                <a:lnTo>
                  <a:pt x="3464" y="7013"/>
                </a:lnTo>
                <a:lnTo>
                  <a:pt x="2829" y="7590"/>
                </a:lnTo>
                <a:lnTo>
                  <a:pt x="2281" y="8196"/>
                </a:lnTo>
                <a:lnTo>
                  <a:pt x="1761" y="8802"/>
                </a:lnTo>
                <a:lnTo>
                  <a:pt x="1328" y="9437"/>
                </a:lnTo>
                <a:lnTo>
                  <a:pt x="953" y="10072"/>
                </a:lnTo>
                <a:lnTo>
                  <a:pt x="636" y="10765"/>
                </a:lnTo>
                <a:lnTo>
                  <a:pt x="376" y="11429"/>
                </a:lnTo>
                <a:lnTo>
                  <a:pt x="174" y="12121"/>
                </a:lnTo>
                <a:lnTo>
                  <a:pt x="87" y="12698"/>
                </a:lnTo>
                <a:lnTo>
                  <a:pt x="29" y="13276"/>
                </a:lnTo>
                <a:lnTo>
                  <a:pt x="1" y="13853"/>
                </a:lnTo>
                <a:lnTo>
                  <a:pt x="29" y="14430"/>
                </a:lnTo>
                <a:lnTo>
                  <a:pt x="87" y="15007"/>
                </a:lnTo>
                <a:lnTo>
                  <a:pt x="174" y="15613"/>
                </a:lnTo>
                <a:lnTo>
                  <a:pt x="318" y="16219"/>
                </a:lnTo>
                <a:lnTo>
                  <a:pt x="491" y="16796"/>
                </a:lnTo>
                <a:lnTo>
                  <a:pt x="722" y="17403"/>
                </a:lnTo>
                <a:lnTo>
                  <a:pt x="953" y="18009"/>
                </a:lnTo>
                <a:lnTo>
                  <a:pt x="1242" y="18615"/>
                </a:lnTo>
                <a:lnTo>
                  <a:pt x="1588" y="19221"/>
                </a:lnTo>
                <a:lnTo>
                  <a:pt x="1934" y="19856"/>
                </a:lnTo>
                <a:lnTo>
                  <a:pt x="2338" y="20462"/>
                </a:lnTo>
                <a:lnTo>
                  <a:pt x="2771" y="21068"/>
                </a:lnTo>
                <a:lnTo>
                  <a:pt x="3233" y="21703"/>
                </a:lnTo>
                <a:lnTo>
                  <a:pt x="3752" y="22309"/>
                </a:lnTo>
                <a:lnTo>
                  <a:pt x="4272" y="22944"/>
                </a:lnTo>
                <a:lnTo>
                  <a:pt x="4849" y="23550"/>
                </a:lnTo>
                <a:lnTo>
                  <a:pt x="5455" y="24185"/>
                </a:lnTo>
                <a:lnTo>
                  <a:pt x="6090" y="24791"/>
                </a:lnTo>
                <a:lnTo>
                  <a:pt x="6754" y="25426"/>
                </a:lnTo>
                <a:lnTo>
                  <a:pt x="7446" y="26032"/>
                </a:lnTo>
                <a:lnTo>
                  <a:pt x="8197" y="26638"/>
                </a:lnTo>
                <a:lnTo>
                  <a:pt x="8947" y="27273"/>
                </a:lnTo>
                <a:lnTo>
                  <a:pt x="9726" y="27879"/>
                </a:lnTo>
                <a:lnTo>
                  <a:pt x="10563" y="28485"/>
                </a:lnTo>
                <a:lnTo>
                  <a:pt x="11400" y="29120"/>
                </a:lnTo>
                <a:lnTo>
                  <a:pt x="12295" y="29726"/>
                </a:lnTo>
                <a:lnTo>
                  <a:pt x="13189" y="30332"/>
                </a:lnTo>
                <a:lnTo>
                  <a:pt x="14113" y="30938"/>
                </a:lnTo>
                <a:lnTo>
                  <a:pt x="15094" y="31544"/>
                </a:lnTo>
                <a:lnTo>
                  <a:pt x="17085" y="32727"/>
                </a:lnTo>
                <a:lnTo>
                  <a:pt x="19192" y="33910"/>
                </a:lnTo>
                <a:lnTo>
                  <a:pt x="21414" y="35065"/>
                </a:lnTo>
                <a:lnTo>
                  <a:pt x="23723" y="36219"/>
                </a:lnTo>
                <a:lnTo>
                  <a:pt x="26118" y="37316"/>
                </a:lnTo>
                <a:lnTo>
                  <a:pt x="28629" y="38412"/>
                </a:lnTo>
                <a:lnTo>
                  <a:pt x="31198" y="39480"/>
                </a:lnTo>
                <a:lnTo>
                  <a:pt x="33853" y="40519"/>
                </a:lnTo>
                <a:lnTo>
                  <a:pt x="36595" y="41529"/>
                </a:lnTo>
                <a:lnTo>
                  <a:pt x="39423" y="42510"/>
                </a:lnTo>
                <a:lnTo>
                  <a:pt x="42309" y="43434"/>
                </a:lnTo>
                <a:lnTo>
                  <a:pt x="45281" y="44329"/>
                </a:lnTo>
                <a:lnTo>
                  <a:pt x="48283" y="45194"/>
                </a:lnTo>
                <a:lnTo>
                  <a:pt x="51371" y="46002"/>
                </a:lnTo>
                <a:lnTo>
                  <a:pt x="54516" y="46782"/>
                </a:lnTo>
                <a:lnTo>
                  <a:pt x="57691" y="47503"/>
                </a:lnTo>
                <a:lnTo>
                  <a:pt x="59884" y="47965"/>
                </a:lnTo>
                <a:lnTo>
                  <a:pt x="62049" y="48398"/>
                </a:lnTo>
                <a:lnTo>
                  <a:pt x="64213" y="48802"/>
                </a:lnTo>
                <a:lnTo>
                  <a:pt x="66378" y="49177"/>
                </a:lnTo>
                <a:lnTo>
                  <a:pt x="68542" y="49523"/>
                </a:lnTo>
                <a:lnTo>
                  <a:pt x="70678" y="49841"/>
                </a:lnTo>
                <a:lnTo>
                  <a:pt x="72813" y="50129"/>
                </a:lnTo>
                <a:lnTo>
                  <a:pt x="74949" y="50389"/>
                </a:lnTo>
                <a:lnTo>
                  <a:pt x="77027" y="50620"/>
                </a:lnTo>
                <a:lnTo>
                  <a:pt x="79133" y="50822"/>
                </a:lnTo>
                <a:lnTo>
                  <a:pt x="81183" y="50995"/>
                </a:lnTo>
                <a:lnTo>
                  <a:pt x="83232" y="51111"/>
                </a:lnTo>
                <a:lnTo>
                  <a:pt x="85252" y="51226"/>
                </a:lnTo>
                <a:lnTo>
                  <a:pt x="87272" y="51313"/>
                </a:lnTo>
                <a:lnTo>
                  <a:pt x="89234" y="51370"/>
                </a:lnTo>
                <a:lnTo>
                  <a:pt x="91168" y="51370"/>
                </a:lnTo>
                <a:lnTo>
                  <a:pt x="93534" y="51342"/>
                </a:lnTo>
                <a:lnTo>
                  <a:pt x="95843" y="51284"/>
                </a:lnTo>
                <a:lnTo>
                  <a:pt x="98094" y="51168"/>
                </a:lnTo>
                <a:lnTo>
                  <a:pt x="100259" y="50995"/>
                </a:lnTo>
                <a:lnTo>
                  <a:pt x="102365" y="50764"/>
                </a:lnTo>
                <a:lnTo>
                  <a:pt x="104386" y="50533"/>
                </a:lnTo>
                <a:lnTo>
                  <a:pt x="106319" y="50216"/>
                </a:lnTo>
                <a:lnTo>
                  <a:pt x="108195" y="49870"/>
                </a:lnTo>
                <a:lnTo>
                  <a:pt x="109955" y="49466"/>
                </a:lnTo>
                <a:lnTo>
                  <a:pt x="111658" y="49033"/>
                </a:lnTo>
                <a:lnTo>
                  <a:pt x="113274" y="48571"/>
                </a:lnTo>
                <a:lnTo>
                  <a:pt x="114025" y="48311"/>
                </a:lnTo>
                <a:lnTo>
                  <a:pt x="114775" y="48052"/>
                </a:lnTo>
                <a:lnTo>
                  <a:pt x="115497" y="47763"/>
                </a:lnTo>
                <a:lnTo>
                  <a:pt x="116189" y="47474"/>
                </a:lnTo>
                <a:lnTo>
                  <a:pt x="116882" y="47186"/>
                </a:lnTo>
                <a:lnTo>
                  <a:pt x="117517" y="46868"/>
                </a:lnTo>
                <a:lnTo>
                  <a:pt x="118152" y="46580"/>
                </a:lnTo>
                <a:lnTo>
                  <a:pt x="118729" y="46233"/>
                </a:lnTo>
                <a:lnTo>
                  <a:pt x="119306" y="45916"/>
                </a:lnTo>
                <a:lnTo>
                  <a:pt x="119854" y="45570"/>
                </a:lnTo>
                <a:lnTo>
                  <a:pt x="119854" y="27590"/>
                </a:lnTo>
                <a:lnTo>
                  <a:pt x="118989" y="26724"/>
                </a:lnTo>
                <a:lnTo>
                  <a:pt x="118065" y="25858"/>
                </a:lnTo>
                <a:lnTo>
                  <a:pt x="117084" y="24993"/>
                </a:lnTo>
                <a:lnTo>
                  <a:pt x="116045" y="24127"/>
                </a:lnTo>
                <a:lnTo>
                  <a:pt x="114919" y="23290"/>
                </a:lnTo>
                <a:lnTo>
                  <a:pt x="113765" y="22424"/>
                </a:lnTo>
                <a:lnTo>
                  <a:pt x="112553" y="21558"/>
                </a:lnTo>
                <a:lnTo>
                  <a:pt x="111283" y="20721"/>
                </a:lnTo>
                <a:lnTo>
                  <a:pt x="109927" y="19884"/>
                </a:lnTo>
                <a:lnTo>
                  <a:pt x="108570" y="19048"/>
                </a:lnTo>
                <a:lnTo>
                  <a:pt x="107127" y="18239"/>
                </a:lnTo>
                <a:lnTo>
                  <a:pt x="105627" y="17403"/>
                </a:lnTo>
                <a:lnTo>
                  <a:pt x="104097" y="16594"/>
                </a:lnTo>
                <a:lnTo>
                  <a:pt x="102510" y="15786"/>
                </a:lnTo>
                <a:lnTo>
                  <a:pt x="100894" y="15007"/>
                </a:lnTo>
                <a:lnTo>
                  <a:pt x="99220" y="14228"/>
                </a:lnTo>
                <a:lnTo>
                  <a:pt x="97430" y="13420"/>
                </a:lnTo>
                <a:lnTo>
                  <a:pt x="95612" y="12641"/>
                </a:lnTo>
                <a:lnTo>
                  <a:pt x="93765" y="11890"/>
                </a:lnTo>
                <a:lnTo>
                  <a:pt x="91889" y="11140"/>
                </a:lnTo>
                <a:lnTo>
                  <a:pt x="89985" y="10419"/>
                </a:lnTo>
                <a:lnTo>
                  <a:pt x="88022" y="9726"/>
                </a:lnTo>
                <a:lnTo>
                  <a:pt x="86060" y="9033"/>
                </a:lnTo>
                <a:lnTo>
                  <a:pt x="84040" y="8369"/>
                </a:lnTo>
                <a:lnTo>
                  <a:pt x="82019" y="7735"/>
                </a:lnTo>
                <a:lnTo>
                  <a:pt x="79970" y="7100"/>
                </a:lnTo>
                <a:lnTo>
                  <a:pt x="77893" y="6522"/>
                </a:lnTo>
                <a:lnTo>
                  <a:pt x="75786" y="5945"/>
                </a:lnTo>
                <a:lnTo>
                  <a:pt x="73650" y="5368"/>
                </a:lnTo>
                <a:lnTo>
                  <a:pt x="71515" y="4849"/>
                </a:lnTo>
                <a:lnTo>
                  <a:pt x="69379" y="4329"/>
                </a:lnTo>
                <a:lnTo>
                  <a:pt x="67214" y="3839"/>
                </a:lnTo>
                <a:lnTo>
                  <a:pt x="65021" y="3377"/>
                </a:lnTo>
                <a:lnTo>
                  <a:pt x="62857" y="2944"/>
                </a:lnTo>
                <a:lnTo>
                  <a:pt x="60692" y="2540"/>
                </a:lnTo>
                <a:lnTo>
                  <a:pt x="58528" y="2194"/>
                </a:lnTo>
                <a:lnTo>
                  <a:pt x="56363" y="1847"/>
                </a:lnTo>
                <a:lnTo>
                  <a:pt x="54228" y="1530"/>
                </a:lnTo>
                <a:lnTo>
                  <a:pt x="52092" y="1241"/>
                </a:lnTo>
                <a:lnTo>
                  <a:pt x="49985" y="981"/>
                </a:lnTo>
                <a:lnTo>
                  <a:pt x="47879" y="751"/>
                </a:lnTo>
                <a:lnTo>
                  <a:pt x="45772" y="549"/>
                </a:lnTo>
                <a:lnTo>
                  <a:pt x="43723" y="375"/>
                </a:lnTo>
                <a:lnTo>
                  <a:pt x="41674" y="231"/>
                </a:lnTo>
                <a:lnTo>
                  <a:pt x="39654" y="116"/>
                </a:lnTo>
                <a:lnTo>
                  <a:pt x="37662" y="58"/>
                </a:lnTo>
                <a:lnTo>
                  <a:pt x="35671"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587" name="Google Shape;587;p25"/>
          <p:cNvSpPr/>
          <p:nvPr>
            <p:ph idx="2" type="pic"/>
          </p:nvPr>
        </p:nvSpPr>
        <p:spPr>
          <a:xfrm>
            <a:off x="5457500" y="0"/>
            <a:ext cx="3686400" cy="5143500"/>
          </a:xfrm>
          <a:prstGeom prst="rect">
            <a:avLst/>
          </a:prstGeom>
          <a:noFill/>
          <a:ln>
            <a:noFill/>
          </a:ln>
        </p:spPr>
      </p:sp>
      <p:sp>
        <p:nvSpPr>
          <p:cNvPr id="588" name="Google Shape;588;p25"/>
          <p:cNvSpPr txBox="1"/>
          <p:nvPr>
            <p:ph idx="1" type="body"/>
          </p:nvPr>
        </p:nvSpPr>
        <p:spPr>
          <a:xfrm>
            <a:off x="115025" y="1743625"/>
            <a:ext cx="2094000" cy="28647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Light"/>
              <a:buChar char="●"/>
              <a:defRPr sz="1000">
                <a:latin typeface="Sora Light"/>
                <a:ea typeface="Sora Light"/>
                <a:cs typeface="Sora Light"/>
                <a:sym typeface="Sora Light"/>
              </a:defRPr>
            </a:lvl1pPr>
            <a:lvl2pPr indent="-292100" lvl="1" marL="914400">
              <a:spcBef>
                <a:spcPts val="800"/>
              </a:spcBef>
              <a:spcAft>
                <a:spcPts val="0"/>
              </a:spcAft>
              <a:buSzPts val="1000"/>
              <a:buFont typeface="Sora Light"/>
              <a:buChar char="○"/>
              <a:defRPr sz="1000">
                <a:latin typeface="Sora Light"/>
                <a:ea typeface="Sora Light"/>
                <a:cs typeface="Sora Light"/>
                <a:sym typeface="Sora Light"/>
              </a:defRPr>
            </a:lvl2pPr>
            <a:lvl3pPr indent="-292100" lvl="2" marL="1371600">
              <a:spcBef>
                <a:spcPts val="800"/>
              </a:spcBef>
              <a:spcAft>
                <a:spcPts val="0"/>
              </a:spcAft>
              <a:buSzPts val="1000"/>
              <a:buFont typeface="Sora Light"/>
              <a:buChar char="■"/>
              <a:defRPr sz="1000">
                <a:latin typeface="Sora Light"/>
                <a:ea typeface="Sora Light"/>
                <a:cs typeface="Sora Light"/>
                <a:sym typeface="Sora Light"/>
              </a:defRPr>
            </a:lvl3pPr>
            <a:lvl4pPr indent="-292100" lvl="3" marL="1828800">
              <a:spcBef>
                <a:spcPts val="800"/>
              </a:spcBef>
              <a:spcAft>
                <a:spcPts val="0"/>
              </a:spcAft>
              <a:buSzPts val="1000"/>
              <a:buFont typeface="Sora Light"/>
              <a:buChar char="●"/>
              <a:defRPr sz="1000">
                <a:latin typeface="Sora Light"/>
                <a:ea typeface="Sora Light"/>
                <a:cs typeface="Sora Light"/>
                <a:sym typeface="Sora Light"/>
              </a:defRPr>
            </a:lvl4pPr>
            <a:lvl5pPr indent="-292100" lvl="4" marL="2286000">
              <a:spcBef>
                <a:spcPts val="800"/>
              </a:spcBef>
              <a:spcAft>
                <a:spcPts val="0"/>
              </a:spcAft>
              <a:buSzPts val="1000"/>
              <a:buFont typeface="Sora Light"/>
              <a:buChar char="○"/>
              <a:defRPr sz="1000">
                <a:latin typeface="Sora Light"/>
                <a:ea typeface="Sora Light"/>
                <a:cs typeface="Sora Light"/>
                <a:sym typeface="Sora Light"/>
              </a:defRPr>
            </a:lvl5pPr>
            <a:lvl6pPr indent="-292100" lvl="5" marL="2743200">
              <a:spcBef>
                <a:spcPts val="800"/>
              </a:spcBef>
              <a:spcAft>
                <a:spcPts val="0"/>
              </a:spcAft>
              <a:buSzPts val="1000"/>
              <a:buFont typeface="Sora Light"/>
              <a:buChar char="■"/>
              <a:defRPr sz="1000">
                <a:latin typeface="Sora Light"/>
                <a:ea typeface="Sora Light"/>
                <a:cs typeface="Sora Light"/>
                <a:sym typeface="Sora Light"/>
              </a:defRPr>
            </a:lvl6pPr>
            <a:lvl7pPr indent="-292100" lvl="6" marL="3200400">
              <a:spcBef>
                <a:spcPts val="800"/>
              </a:spcBef>
              <a:spcAft>
                <a:spcPts val="0"/>
              </a:spcAft>
              <a:buSzPts val="1000"/>
              <a:buFont typeface="Sora Light"/>
              <a:buChar char="●"/>
              <a:defRPr sz="1000">
                <a:latin typeface="Sora Light"/>
                <a:ea typeface="Sora Light"/>
                <a:cs typeface="Sora Light"/>
                <a:sym typeface="Sora Light"/>
              </a:defRPr>
            </a:lvl7pPr>
            <a:lvl8pPr indent="-292100" lvl="7" marL="3657600">
              <a:spcBef>
                <a:spcPts val="800"/>
              </a:spcBef>
              <a:spcAft>
                <a:spcPts val="0"/>
              </a:spcAft>
              <a:buSzPts val="1000"/>
              <a:buFont typeface="Sora Light"/>
              <a:buChar char="○"/>
              <a:defRPr sz="1000">
                <a:latin typeface="Sora Light"/>
                <a:ea typeface="Sora Light"/>
                <a:cs typeface="Sora Light"/>
                <a:sym typeface="Sora Light"/>
              </a:defRPr>
            </a:lvl8pPr>
            <a:lvl9pPr indent="-292100" lvl="8" marL="4114800">
              <a:spcBef>
                <a:spcPts val="800"/>
              </a:spcBef>
              <a:spcAft>
                <a:spcPts val="800"/>
              </a:spcAft>
              <a:buSzPts val="1000"/>
              <a:buFont typeface="Sora Light"/>
              <a:buChar char="■"/>
              <a:defRPr sz="1000">
                <a:latin typeface="Sora Light"/>
                <a:ea typeface="Sora Light"/>
                <a:cs typeface="Sora Light"/>
                <a:sym typeface="Sora Light"/>
              </a:defRPr>
            </a:lvl9pPr>
          </a:lstStyle>
          <a:p/>
        </p:txBody>
      </p:sp>
      <p:sp>
        <p:nvSpPr>
          <p:cNvPr id="589" name="Google Shape;589;p25"/>
          <p:cNvSpPr txBox="1"/>
          <p:nvPr>
            <p:ph idx="3" type="body"/>
          </p:nvPr>
        </p:nvSpPr>
        <p:spPr>
          <a:xfrm>
            <a:off x="2276600" y="1743625"/>
            <a:ext cx="2904900" cy="28647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nSpc>
                <a:spcPct val="115000"/>
              </a:lnSpc>
              <a:spcBef>
                <a:spcPts val="800"/>
              </a:spcBef>
              <a:spcAft>
                <a:spcPts val="800"/>
              </a:spcAft>
              <a:buClr>
                <a:schemeClr val="lt1"/>
              </a:buClr>
              <a:buSzPts val="1000"/>
              <a:buFont typeface="Sora Light"/>
              <a:buChar char="■"/>
              <a:defRPr sz="1000">
                <a:latin typeface="Sora Light"/>
                <a:ea typeface="Sora Light"/>
                <a:cs typeface="Sora Light"/>
                <a:sym typeface="Sora Light"/>
              </a:defRPr>
            </a:lvl9pPr>
          </a:lstStyle>
          <a:p/>
        </p:txBody>
      </p:sp>
      <p:sp>
        <p:nvSpPr>
          <p:cNvPr id="590" name="Google Shape;590;p2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91" name="Google Shape;591;p25"/>
          <p:cNvSpPr txBox="1"/>
          <p:nvPr>
            <p:ph idx="4" type="title"/>
          </p:nvPr>
        </p:nvSpPr>
        <p:spPr>
          <a:xfrm>
            <a:off x="115025" y="502775"/>
            <a:ext cx="51255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92" name="Google Shape;592;p25"/>
          <p:cNvSpPr txBox="1"/>
          <p:nvPr>
            <p:ph idx="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Alt 2">
  <p:cSld name="BLANK_1_1_1_1_1_1_1_1_1_1_1_1_1_1">
    <p:bg>
      <p:bgPr>
        <a:solidFill>
          <a:schemeClr val="lt1"/>
        </a:solidFill>
      </p:bgPr>
    </p:bg>
    <p:spTree>
      <p:nvGrpSpPr>
        <p:cNvPr id="593" name="Shape 593"/>
        <p:cNvGrpSpPr/>
        <p:nvPr/>
      </p:nvGrpSpPr>
      <p:grpSpPr>
        <a:xfrm>
          <a:off x="0" y="0"/>
          <a:ext cx="0" cy="0"/>
          <a:chOff x="0" y="0"/>
          <a:chExt cx="0" cy="0"/>
        </a:xfrm>
      </p:grpSpPr>
      <p:grpSp>
        <p:nvGrpSpPr>
          <p:cNvPr id="594" name="Google Shape;594;p26"/>
          <p:cNvGrpSpPr/>
          <p:nvPr/>
        </p:nvGrpSpPr>
        <p:grpSpPr>
          <a:xfrm>
            <a:off x="7704171" y="1036593"/>
            <a:ext cx="1439893" cy="3234395"/>
            <a:chOff x="461225" y="3249175"/>
            <a:chExt cx="1110600" cy="2221578"/>
          </a:xfrm>
        </p:grpSpPr>
        <p:grpSp>
          <p:nvGrpSpPr>
            <p:cNvPr id="595" name="Google Shape;595;p26"/>
            <p:cNvGrpSpPr/>
            <p:nvPr/>
          </p:nvGrpSpPr>
          <p:grpSpPr>
            <a:xfrm>
              <a:off x="831422" y="3249175"/>
              <a:ext cx="740403" cy="2221578"/>
              <a:chOff x="831422" y="3249175"/>
              <a:chExt cx="740403" cy="2221578"/>
            </a:xfrm>
          </p:grpSpPr>
          <p:sp>
            <p:nvSpPr>
              <p:cNvPr id="596" name="Google Shape;596;p26"/>
              <p:cNvSpPr/>
              <p:nvPr/>
            </p:nvSpPr>
            <p:spPr>
              <a:xfrm>
                <a:off x="831422"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597" name="Google Shape;597;p26"/>
              <p:cNvSpPr/>
              <p:nvPr/>
            </p:nvSpPr>
            <p:spPr>
              <a:xfrm>
                <a:off x="1201622" y="510055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598" name="Google Shape;598;p2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599" name="Google Shape;599;p26"/>
            <p:cNvGrpSpPr/>
            <p:nvPr/>
          </p:nvGrpSpPr>
          <p:grpSpPr>
            <a:xfrm>
              <a:off x="461225" y="3619500"/>
              <a:ext cx="1110600" cy="370200"/>
              <a:chOff x="461225" y="3249175"/>
              <a:chExt cx="1110600" cy="370200"/>
            </a:xfrm>
          </p:grpSpPr>
          <p:sp>
            <p:nvSpPr>
              <p:cNvPr id="600" name="Google Shape;600;p26"/>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1" name="Google Shape;601;p2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2" name="Google Shape;602;p2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03" name="Google Shape;603;p26"/>
            <p:cNvGrpSpPr/>
            <p:nvPr/>
          </p:nvGrpSpPr>
          <p:grpSpPr>
            <a:xfrm>
              <a:off x="461225" y="3989700"/>
              <a:ext cx="1110600" cy="1110726"/>
              <a:chOff x="461225" y="3249175"/>
              <a:chExt cx="1110600" cy="1110726"/>
            </a:xfrm>
          </p:grpSpPr>
          <p:sp>
            <p:nvSpPr>
              <p:cNvPr id="604" name="Google Shape;604;p26"/>
              <p:cNvSpPr/>
              <p:nvPr/>
            </p:nvSpPr>
            <p:spPr>
              <a:xfrm>
                <a:off x="461225" y="3989701"/>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5" name="Google Shape;605;p2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6" name="Google Shape;606;p2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07" name="Google Shape;607;p26"/>
            <p:cNvGrpSpPr/>
            <p:nvPr/>
          </p:nvGrpSpPr>
          <p:grpSpPr>
            <a:xfrm>
              <a:off x="831422" y="4360025"/>
              <a:ext cx="370203" cy="740520"/>
              <a:chOff x="831422" y="3249175"/>
              <a:chExt cx="370203" cy="740520"/>
            </a:xfrm>
          </p:grpSpPr>
          <p:sp>
            <p:nvSpPr>
              <p:cNvPr id="608" name="Google Shape;608;p26"/>
              <p:cNvSpPr/>
              <p:nvPr/>
            </p:nvSpPr>
            <p:spPr>
              <a:xfrm>
                <a:off x="831422" y="361949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9" name="Google Shape;609;p2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sp>
        <p:nvSpPr>
          <p:cNvPr id="610" name="Google Shape;610;p26"/>
          <p:cNvSpPr/>
          <p:nvPr/>
        </p:nvSpPr>
        <p:spPr>
          <a:xfrm>
            <a:off x="7394250" y="-8100"/>
            <a:ext cx="1759750" cy="2691775"/>
          </a:xfrm>
          <a:custGeom>
            <a:rect b="b" l="l" r="r" t="t"/>
            <a:pathLst>
              <a:path extrusionOk="0" h="107671" w="70390">
                <a:moveTo>
                  <a:pt x="0" y="95"/>
                </a:moveTo>
                <a:lnTo>
                  <a:pt x="70390" y="0"/>
                </a:lnTo>
                <a:lnTo>
                  <a:pt x="70200" y="107671"/>
                </a:lnTo>
                <a:close/>
              </a:path>
            </a:pathLst>
          </a:custGeom>
          <a:gradFill>
            <a:gsLst>
              <a:gs pos="0">
                <a:schemeClr val="accent2"/>
              </a:gs>
              <a:gs pos="37000">
                <a:schemeClr val="lt2"/>
              </a:gs>
              <a:gs pos="92000">
                <a:schemeClr val="accent1"/>
              </a:gs>
              <a:gs pos="100000">
                <a:schemeClr val="accent1"/>
              </a:gs>
            </a:gsLst>
            <a:lin ang="13500032" scaled="0"/>
          </a:gradFill>
          <a:ln>
            <a:noFill/>
          </a:ln>
        </p:spPr>
      </p:sp>
      <p:sp>
        <p:nvSpPr>
          <p:cNvPr id="611" name="Google Shape;611;p26"/>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612" name="Google Shape;612;p26"/>
          <p:cNvSpPr txBox="1"/>
          <p:nvPr>
            <p:ph idx="2" type="title"/>
          </p:nvPr>
        </p:nvSpPr>
        <p:spPr>
          <a:xfrm>
            <a:off x="115025" y="502775"/>
            <a:ext cx="6055500" cy="8409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613" name="Google Shape;613;p26"/>
          <p:cNvSpPr txBox="1"/>
          <p:nvPr>
            <p:ph idx="3" type="title"/>
          </p:nvPr>
        </p:nvSpPr>
        <p:spPr>
          <a:xfrm>
            <a:off x="115025"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614" name="Google Shape;614;p26"/>
          <p:cNvSpPr txBox="1"/>
          <p:nvPr>
            <p:ph idx="4" type="title"/>
          </p:nvPr>
        </p:nvSpPr>
        <p:spPr>
          <a:xfrm>
            <a:off x="2634200"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lt2"/>
                </a:solidFill>
                <a:latin typeface="IBM Plex Sans Medium"/>
                <a:ea typeface="IBM Plex Sans Medium"/>
                <a:cs typeface="IBM Plex Sans Medium"/>
                <a:sym typeface="IBM Plex Sans Medium"/>
              </a:defRPr>
            </a:lvl1pPr>
            <a:lvl2pPr lvl="1">
              <a:spcBef>
                <a:spcPts val="0"/>
              </a:spcBef>
              <a:spcAft>
                <a:spcPts val="0"/>
              </a:spcAft>
              <a:buClr>
                <a:schemeClr val="lt2"/>
              </a:buClr>
              <a:buSzPts val="3000"/>
              <a:buNone/>
              <a:defRPr>
                <a:solidFill>
                  <a:schemeClr val="lt2"/>
                </a:solidFill>
              </a:defRPr>
            </a:lvl2pPr>
            <a:lvl3pPr lvl="2">
              <a:spcBef>
                <a:spcPts val="0"/>
              </a:spcBef>
              <a:spcAft>
                <a:spcPts val="0"/>
              </a:spcAft>
              <a:buClr>
                <a:schemeClr val="lt2"/>
              </a:buClr>
              <a:buSzPts val="3000"/>
              <a:buNone/>
              <a:defRPr>
                <a:solidFill>
                  <a:schemeClr val="lt2"/>
                </a:solidFill>
              </a:defRPr>
            </a:lvl3pPr>
            <a:lvl4pPr lvl="3">
              <a:spcBef>
                <a:spcPts val="0"/>
              </a:spcBef>
              <a:spcAft>
                <a:spcPts val="0"/>
              </a:spcAft>
              <a:buClr>
                <a:schemeClr val="lt2"/>
              </a:buClr>
              <a:buSzPts val="3000"/>
              <a:buNone/>
              <a:defRPr>
                <a:solidFill>
                  <a:schemeClr val="lt2"/>
                </a:solidFill>
              </a:defRPr>
            </a:lvl4pPr>
            <a:lvl5pPr lvl="4">
              <a:spcBef>
                <a:spcPts val="0"/>
              </a:spcBef>
              <a:spcAft>
                <a:spcPts val="0"/>
              </a:spcAft>
              <a:buClr>
                <a:schemeClr val="lt2"/>
              </a:buClr>
              <a:buSzPts val="3000"/>
              <a:buNone/>
              <a:defRPr>
                <a:solidFill>
                  <a:schemeClr val="lt2"/>
                </a:solidFill>
              </a:defRPr>
            </a:lvl5pPr>
            <a:lvl6pPr lvl="5">
              <a:spcBef>
                <a:spcPts val="0"/>
              </a:spcBef>
              <a:spcAft>
                <a:spcPts val="0"/>
              </a:spcAft>
              <a:buClr>
                <a:schemeClr val="lt2"/>
              </a:buClr>
              <a:buSzPts val="3000"/>
              <a:buNone/>
              <a:defRPr>
                <a:solidFill>
                  <a:schemeClr val="lt2"/>
                </a:solidFill>
              </a:defRPr>
            </a:lvl6pPr>
            <a:lvl7pPr lvl="6">
              <a:spcBef>
                <a:spcPts val="0"/>
              </a:spcBef>
              <a:spcAft>
                <a:spcPts val="0"/>
              </a:spcAft>
              <a:buClr>
                <a:schemeClr val="lt2"/>
              </a:buClr>
              <a:buSzPts val="3000"/>
              <a:buNone/>
              <a:defRPr>
                <a:solidFill>
                  <a:schemeClr val="lt2"/>
                </a:solidFill>
              </a:defRPr>
            </a:lvl7pPr>
            <a:lvl8pPr lvl="7">
              <a:spcBef>
                <a:spcPts val="0"/>
              </a:spcBef>
              <a:spcAft>
                <a:spcPts val="0"/>
              </a:spcAft>
              <a:buClr>
                <a:schemeClr val="lt2"/>
              </a:buClr>
              <a:buSzPts val="3000"/>
              <a:buNone/>
              <a:defRPr>
                <a:solidFill>
                  <a:schemeClr val="lt2"/>
                </a:solidFill>
              </a:defRPr>
            </a:lvl8pPr>
            <a:lvl9pPr lvl="8">
              <a:spcBef>
                <a:spcPts val="0"/>
              </a:spcBef>
              <a:spcAft>
                <a:spcPts val="0"/>
              </a:spcAft>
              <a:buClr>
                <a:schemeClr val="lt2"/>
              </a:buClr>
              <a:buSzPts val="3000"/>
              <a:buNone/>
              <a:defRPr>
                <a:solidFill>
                  <a:schemeClr val="lt2"/>
                </a:solidFill>
              </a:defRPr>
            </a:lvl9pPr>
          </a:lstStyle>
          <a:p/>
        </p:txBody>
      </p:sp>
      <p:sp>
        <p:nvSpPr>
          <p:cNvPr id="615" name="Google Shape;615;p26"/>
          <p:cNvSpPr txBox="1"/>
          <p:nvPr>
            <p:ph idx="5" type="title"/>
          </p:nvPr>
        </p:nvSpPr>
        <p:spPr>
          <a:xfrm>
            <a:off x="5169188"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616" name="Google Shape;616;p26"/>
          <p:cNvSpPr txBox="1"/>
          <p:nvPr>
            <p:ph idx="1" type="body"/>
          </p:nvPr>
        </p:nvSpPr>
        <p:spPr>
          <a:xfrm>
            <a:off x="115025"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17" name="Google Shape;617;p26"/>
          <p:cNvSpPr txBox="1"/>
          <p:nvPr>
            <p:ph idx="6" type="body"/>
          </p:nvPr>
        </p:nvSpPr>
        <p:spPr>
          <a:xfrm>
            <a:off x="115025"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18" name="Google Shape;618;p26"/>
          <p:cNvSpPr txBox="1"/>
          <p:nvPr>
            <p:ph idx="7" type="body"/>
          </p:nvPr>
        </p:nvSpPr>
        <p:spPr>
          <a:xfrm>
            <a:off x="2634200"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19" name="Google Shape;619;p26"/>
          <p:cNvSpPr txBox="1"/>
          <p:nvPr>
            <p:ph idx="8" type="body"/>
          </p:nvPr>
        </p:nvSpPr>
        <p:spPr>
          <a:xfrm>
            <a:off x="2634200"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20" name="Google Shape;620;p26"/>
          <p:cNvSpPr txBox="1"/>
          <p:nvPr>
            <p:ph idx="9" type="body"/>
          </p:nvPr>
        </p:nvSpPr>
        <p:spPr>
          <a:xfrm>
            <a:off x="5169188"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21" name="Google Shape;621;p26"/>
          <p:cNvSpPr txBox="1"/>
          <p:nvPr>
            <p:ph idx="13" type="body"/>
          </p:nvPr>
        </p:nvSpPr>
        <p:spPr>
          <a:xfrm>
            <a:off x="5169188"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22" name="Google Shape;622;p26"/>
          <p:cNvSpPr txBox="1"/>
          <p:nvPr>
            <p:ph idx="14"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15:clr>
            <a:srgbClr val="E46962"/>
          </p15:clr>
        </p15:guide>
        <p15:guide id="2" pos="5760">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Alt 1">
  <p:cSld name="BLANK_1_1_1_1_1_1_1_1_1_1_1_1_1_1_1">
    <p:bg>
      <p:bgPr>
        <a:solidFill>
          <a:schemeClr val="lt1"/>
        </a:solidFill>
      </p:bgPr>
    </p:bg>
    <p:spTree>
      <p:nvGrpSpPr>
        <p:cNvPr id="623" name="Shape 623"/>
        <p:cNvGrpSpPr/>
        <p:nvPr/>
      </p:nvGrpSpPr>
      <p:grpSpPr>
        <a:xfrm>
          <a:off x="0" y="0"/>
          <a:ext cx="0" cy="0"/>
          <a:chOff x="0" y="0"/>
          <a:chExt cx="0" cy="0"/>
        </a:xfrm>
      </p:grpSpPr>
      <p:grpSp>
        <p:nvGrpSpPr>
          <p:cNvPr id="624" name="Google Shape;624;p27"/>
          <p:cNvGrpSpPr/>
          <p:nvPr/>
        </p:nvGrpSpPr>
        <p:grpSpPr>
          <a:xfrm>
            <a:off x="0" y="506850"/>
            <a:ext cx="930250" cy="2593175"/>
            <a:chOff x="0" y="506850"/>
            <a:chExt cx="930250" cy="2593175"/>
          </a:xfrm>
        </p:grpSpPr>
        <p:grpSp>
          <p:nvGrpSpPr>
            <p:cNvPr id="625" name="Google Shape;625;p27"/>
            <p:cNvGrpSpPr/>
            <p:nvPr/>
          </p:nvGrpSpPr>
          <p:grpSpPr>
            <a:xfrm>
              <a:off x="0" y="877050"/>
              <a:ext cx="930250" cy="2222975"/>
              <a:chOff x="1233650" y="2421900"/>
              <a:chExt cx="930250" cy="2222975"/>
            </a:xfrm>
          </p:grpSpPr>
          <p:grpSp>
            <p:nvGrpSpPr>
              <p:cNvPr id="626" name="Google Shape;626;p27"/>
              <p:cNvGrpSpPr/>
              <p:nvPr/>
            </p:nvGrpSpPr>
            <p:grpSpPr>
              <a:xfrm>
                <a:off x="1233650" y="2793625"/>
                <a:ext cx="560050" cy="1851250"/>
                <a:chOff x="1381975" y="3249175"/>
                <a:chExt cx="560050" cy="1851250"/>
              </a:xfrm>
            </p:grpSpPr>
            <p:sp>
              <p:nvSpPr>
                <p:cNvPr id="627" name="Google Shape;627;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28" name="Google Shape;628;p27"/>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29" name="Google Shape;629;p27"/>
                <p:cNvGrpSpPr/>
                <p:nvPr/>
              </p:nvGrpSpPr>
              <p:grpSpPr>
                <a:xfrm>
                  <a:off x="1381975" y="3989700"/>
                  <a:ext cx="560050" cy="1110725"/>
                  <a:chOff x="1381975" y="3249175"/>
                  <a:chExt cx="560050" cy="1110725"/>
                </a:xfrm>
              </p:grpSpPr>
              <p:sp>
                <p:nvSpPr>
                  <p:cNvPr id="630" name="Google Shape;630;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1" name="Google Shape;631;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2" name="Google Shape;632;p27"/>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33" name="Google Shape;633;p27"/>
                <p:cNvGrpSpPr/>
                <p:nvPr/>
              </p:nvGrpSpPr>
              <p:grpSpPr>
                <a:xfrm>
                  <a:off x="1381975" y="4360025"/>
                  <a:ext cx="560050" cy="370200"/>
                  <a:chOff x="1381975" y="3249175"/>
                  <a:chExt cx="560050" cy="370200"/>
                </a:xfrm>
              </p:grpSpPr>
              <p:sp>
                <p:nvSpPr>
                  <p:cNvPr id="634" name="Google Shape;634;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5" name="Google Shape;635;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36" name="Google Shape;636;p27"/>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37" name="Google Shape;637;p27"/>
            <p:cNvSpPr/>
            <p:nvPr/>
          </p:nvSpPr>
          <p:spPr>
            <a:xfrm>
              <a:off x="183800" y="5068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38" name="Google Shape;638;p27"/>
          <p:cNvSpPr txBox="1"/>
          <p:nvPr>
            <p:ph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639" name="Google Shape;639;p27"/>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640" name="Google Shape;640;p27"/>
          <p:cNvSpPr txBox="1"/>
          <p:nvPr>
            <p:ph idx="2" type="subTitle"/>
          </p:nvPr>
        </p:nvSpPr>
        <p:spPr>
          <a:xfrm>
            <a:off x="2942250"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41" name="Google Shape;641;p27"/>
          <p:cNvSpPr txBox="1"/>
          <p:nvPr>
            <p:ph idx="3" type="subTitle"/>
          </p:nvPr>
        </p:nvSpPr>
        <p:spPr>
          <a:xfrm>
            <a:off x="1078950"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42" name="Google Shape;642;p27"/>
          <p:cNvSpPr txBox="1"/>
          <p:nvPr>
            <p:ph idx="4" type="subTitle"/>
          </p:nvPr>
        </p:nvSpPr>
        <p:spPr>
          <a:xfrm>
            <a:off x="4798644"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43" name="Google Shape;643;p27"/>
          <p:cNvSpPr txBox="1"/>
          <p:nvPr>
            <p:ph idx="5" type="subTitle"/>
          </p:nvPr>
        </p:nvSpPr>
        <p:spPr>
          <a:xfrm>
            <a:off x="294225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44" name="Google Shape;644;p27"/>
          <p:cNvSpPr txBox="1"/>
          <p:nvPr>
            <p:ph idx="6" type="subTitle"/>
          </p:nvPr>
        </p:nvSpPr>
        <p:spPr>
          <a:xfrm>
            <a:off x="6671581"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45" name="Google Shape;645;p27"/>
          <p:cNvSpPr txBox="1"/>
          <p:nvPr>
            <p:ph idx="7" type="subTitle"/>
          </p:nvPr>
        </p:nvSpPr>
        <p:spPr>
          <a:xfrm>
            <a:off x="479864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646" name="Google Shape;646;p27"/>
          <p:cNvGrpSpPr/>
          <p:nvPr/>
        </p:nvGrpSpPr>
        <p:grpSpPr>
          <a:xfrm rot="5400000">
            <a:off x="7381575" y="-838700"/>
            <a:ext cx="930250" cy="2591775"/>
            <a:chOff x="0" y="508250"/>
            <a:chExt cx="930250" cy="2591775"/>
          </a:xfrm>
        </p:grpSpPr>
        <p:grpSp>
          <p:nvGrpSpPr>
            <p:cNvPr id="647" name="Google Shape;647;p27"/>
            <p:cNvGrpSpPr/>
            <p:nvPr/>
          </p:nvGrpSpPr>
          <p:grpSpPr>
            <a:xfrm>
              <a:off x="0" y="877050"/>
              <a:ext cx="930250" cy="2222975"/>
              <a:chOff x="1233650" y="2421900"/>
              <a:chExt cx="930250" cy="2222975"/>
            </a:xfrm>
          </p:grpSpPr>
          <p:grpSp>
            <p:nvGrpSpPr>
              <p:cNvPr id="648" name="Google Shape;648;p27"/>
              <p:cNvGrpSpPr/>
              <p:nvPr/>
            </p:nvGrpSpPr>
            <p:grpSpPr>
              <a:xfrm>
                <a:off x="1233650" y="2793625"/>
                <a:ext cx="930250" cy="1851250"/>
                <a:chOff x="1381975" y="3249175"/>
                <a:chExt cx="930250" cy="1851250"/>
              </a:xfrm>
            </p:grpSpPr>
            <p:grpSp>
              <p:nvGrpSpPr>
                <p:cNvPr id="649" name="Google Shape;649;p27"/>
                <p:cNvGrpSpPr/>
                <p:nvPr/>
              </p:nvGrpSpPr>
              <p:grpSpPr>
                <a:xfrm>
                  <a:off x="1571825" y="3249175"/>
                  <a:ext cx="740400" cy="370200"/>
                  <a:chOff x="1571825" y="3249175"/>
                  <a:chExt cx="740400" cy="370200"/>
                </a:xfrm>
              </p:grpSpPr>
              <p:sp>
                <p:nvSpPr>
                  <p:cNvPr id="650" name="Google Shape;650;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1" name="Google Shape;651;p27"/>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52" name="Google Shape;652;p27"/>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53" name="Google Shape;653;p27"/>
                <p:cNvGrpSpPr/>
                <p:nvPr/>
              </p:nvGrpSpPr>
              <p:grpSpPr>
                <a:xfrm>
                  <a:off x="1381975" y="3989700"/>
                  <a:ext cx="560050" cy="1110725"/>
                  <a:chOff x="1381975" y="3249175"/>
                  <a:chExt cx="560050" cy="1110725"/>
                </a:xfrm>
              </p:grpSpPr>
              <p:sp>
                <p:nvSpPr>
                  <p:cNvPr id="654" name="Google Shape;654;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5" name="Google Shape;655;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6" name="Google Shape;656;p27"/>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57" name="Google Shape;657;p27"/>
                <p:cNvGrpSpPr/>
                <p:nvPr/>
              </p:nvGrpSpPr>
              <p:grpSpPr>
                <a:xfrm>
                  <a:off x="1381975" y="4360025"/>
                  <a:ext cx="560050" cy="370200"/>
                  <a:chOff x="1381975" y="3249175"/>
                  <a:chExt cx="560050" cy="370200"/>
                </a:xfrm>
              </p:grpSpPr>
              <p:sp>
                <p:nvSpPr>
                  <p:cNvPr id="658" name="Google Shape;658;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9" name="Google Shape;659;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60" name="Google Shape;660;p27"/>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61" name="Google Shape;661;p27"/>
            <p:cNvSpPr/>
            <p:nvPr/>
          </p:nvSpPr>
          <p:spPr>
            <a:xfrm>
              <a:off x="189850" y="5082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62" name="Google Shape;662;p27"/>
          <p:cNvSpPr txBox="1"/>
          <p:nvPr>
            <p:ph idx="8" type="subTitle"/>
          </p:nvPr>
        </p:nvSpPr>
        <p:spPr>
          <a:xfrm>
            <a:off x="6671579"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63" name="Google Shape;663;p27"/>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cxnSp>
        <p:nvCxnSpPr>
          <p:cNvPr id="664" name="Google Shape;664;p27"/>
          <p:cNvCxnSpPr/>
          <p:nvPr/>
        </p:nvCxnSpPr>
        <p:spPr>
          <a:xfrm>
            <a:off x="1865850" y="392700"/>
            <a:ext cx="0" cy="390300"/>
          </a:xfrm>
          <a:prstGeom prst="straightConnector1">
            <a:avLst/>
          </a:prstGeom>
          <a:noFill/>
          <a:ln cap="flat" cmpd="sng" w="19050">
            <a:solidFill>
              <a:schemeClr val="accent3"/>
            </a:solidFill>
            <a:prstDash val="solid"/>
            <a:round/>
            <a:headEnd len="med" w="med" type="none"/>
            <a:tailEnd len="med" w="med" type="none"/>
          </a:ln>
        </p:spPr>
      </p:cxnSp>
      <p:sp>
        <p:nvSpPr>
          <p:cNvPr id="665" name="Google Shape;665;p27"/>
          <p:cNvSpPr/>
          <p:nvPr/>
        </p:nvSpPr>
        <p:spPr>
          <a:xfrm rot="5400000">
            <a:off x="8773788" y="9223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66" name="Google Shape;666;p27"/>
          <p:cNvSpPr/>
          <p:nvPr/>
        </p:nvSpPr>
        <p:spPr>
          <a:xfrm rot="5400000">
            <a:off x="8773788" y="12925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67" name="Google Shape;667;p27"/>
          <p:cNvSpPr txBox="1"/>
          <p:nvPr>
            <p:ph idx="13" type="subTitle"/>
          </p:nvPr>
        </p:nvSpPr>
        <p:spPr>
          <a:xfrm>
            <a:off x="1078938"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68" name="Google Shape;668;p27"/>
          <p:cNvSpPr txBox="1"/>
          <p:nvPr>
            <p:ph idx="14" type="title"/>
          </p:nvPr>
        </p:nvSpPr>
        <p:spPr>
          <a:xfrm>
            <a:off x="348450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669" name="Google Shape;669;p27"/>
          <p:cNvSpPr txBox="1"/>
          <p:nvPr>
            <p:ph idx="15" type="title"/>
          </p:nvPr>
        </p:nvSpPr>
        <p:spPr>
          <a:xfrm>
            <a:off x="720420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800"/>
              <a:buFont typeface="IBM Plex Sans"/>
              <a:buNone/>
              <a:defRPr b="1" sz="1800"/>
            </a:lvl1pPr>
            <a:lvl2pPr lvl="1" algn="ctr">
              <a:spcBef>
                <a:spcPts val="0"/>
              </a:spcBef>
              <a:spcAft>
                <a:spcPts val="0"/>
              </a:spcAft>
              <a:buClr>
                <a:schemeClr val="lt1"/>
              </a:buClr>
              <a:buSzPts val="3000"/>
              <a:buNone/>
              <a:defRPr b="1">
                <a:solidFill>
                  <a:schemeClr val="lt1"/>
                </a:solidFill>
              </a:defRPr>
            </a:lvl2pPr>
            <a:lvl3pPr lvl="2" algn="ctr">
              <a:spcBef>
                <a:spcPts val="0"/>
              </a:spcBef>
              <a:spcAft>
                <a:spcPts val="0"/>
              </a:spcAft>
              <a:buClr>
                <a:schemeClr val="lt1"/>
              </a:buClr>
              <a:buSzPts val="3000"/>
              <a:buNone/>
              <a:defRPr b="1">
                <a:solidFill>
                  <a:schemeClr val="lt1"/>
                </a:solidFill>
              </a:defRPr>
            </a:lvl3pPr>
            <a:lvl4pPr lvl="3" algn="ctr">
              <a:spcBef>
                <a:spcPts val="0"/>
              </a:spcBef>
              <a:spcAft>
                <a:spcPts val="0"/>
              </a:spcAft>
              <a:buClr>
                <a:schemeClr val="lt1"/>
              </a:buClr>
              <a:buSzPts val="3000"/>
              <a:buNone/>
              <a:defRPr b="1">
                <a:solidFill>
                  <a:schemeClr val="lt1"/>
                </a:solidFill>
              </a:defRPr>
            </a:lvl4pPr>
            <a:lvl5pPr lvl="4" algn="ctr">
              <a:spcBef>
                <a:spcPts val="0"/>
              </a:spcBef>
              <a:spcAft>
                <a:spcPts val="0"/>
              </a:spcAft>
              <a:buClr>
                <a:schemeClr val="lt1"/>
              </a:buClr>
              <a:buSzPts val="3000"/>
              <a:buNone/>
              <a:defRPr b="1">
                <a:solidFill>
                  <a:schemeClr val="lt1"/>
                </a:solidFill>
              </a:defRPr>
            </a:lvl5pPr>
            <a:lvl6pPr lvl="5" algn="ctr">
              <a:spcBef>
                <a:spcPts val="0"/>
              </a:spcBef>
              <a:spcAft>
                <a:spcPts val="0"/>
              </a:spcAft>
              <a:buClr>
                <a:schemeClr val="lt1"/>
              </a:buClr>
              <a:buSzPts val="3000"/>
              <a:buNone/>
              <a:defRPr b="1">
                <a:solidFill>
                  <a:schemeClr val="lt1"/>
                </a:solidFill>
              </a:defRPr>
            </a:lvl6pPr>
            <a:lvl7pPr lvl="6" algn="ctr">
              <a:spcBef>
                <a:spcPts val="0"/>
              </a:spcBef>
              <a:spcAft>
                <a:spcPts val="0"/>
              </a:spcAft>
              <a:buClr>
                <a:schemeClr val="lt1"/>
              </a:buClr>
              <a:buSzPts val="3000"/>
              <a:buNone/>
              <a:defRPr b="1">
                <a:solidFill>
                  <a:schemeClr val="lt1"/>
                </a:solidFill>
              </a:defRPr>
            </a:lvl7pPr>
            <a:lvl8pPr lvl="7" algn="ctr">
              <a:spcBef>
                <a:spcPts val="0"/>
              </a:spcBef>
              <a:spcAft>
                <a:spcPts val="0"/>
              </a:spcAft>
              <a:buClr>
                <a:schemeClr val="lt1"/>
              </a:buClr>
              <a:buSzPts val="3000"/>
              <a:buNone/>
              <a:defRPr b="1">
                <a:solidFill>
                  <a:schemeClr val="lt1"/>
                </a:solidFill>
              </a:defRPr>
            </a:lvl8pPr>
            <a:lvl9pPr lvl="8" algn="ctr">
              <a:spcBef>
                <a:spcPts val="0"/>
              </a:spcBef>
              <a:spcAft>
                <a:spcPts val="0"/>
              </a:spcAft>
              <a:buClr>
                <a:schemeClr val="lt1"/>
              </a:buClr>
              <a:buSzPts val="3000"/>
              <a:buNone/>
              <a:defRPr b="1">
                <a:solidFill>
                  <a:schemeClr val="lt1"/>
                </a:solidFill>
              </a:defRPr>
            </a:lvl9pPr>
          </a:lstStyle>
          <a:p/>
        </p:txBody>
      </p:sp>
      <p:sp>
        <p:nvSpPr>
          <p:cNvPr id="670" name="Google Shape;670;p27"/>
          <p:cNvSpPr txBox="1"/>
          <p:nvPr>
            <p:ph idx="16" type="title"/>
          </p:nvPr>
        </p:nvSpPr>
        <p:spPr>
          <a:xfrm>
            <a:off x="534435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671" name="Google Shape;671;p27"/>
          <p:cNvSpPr txBox="1"/>
          <p:nvPr>
            <p:ph idx="17" type="title"/>
          </p:nvPr>
        </p:nvSpPr>
        <p:spPr>
          <a:xfrm>
            <a:off x="162465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672" name="Google Shape;672;p27"/>
          <p:cNvSpPr txBox="1"/>
          <p:nvPr>
            <p:ph idx="1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1175">
          <p15:clr>
            <a:srgbClr val="E46962"/>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1_1_1_2">
    <p:bg>
      <p:bgPr>
        <a:solidFill>
          <a:schemeClr val="lt1"/>
        </a:solidFill>
      </p:bgPr>
    </p:bg>
    <p:spTree>
      <p:nvGrpSpPr>
        <p:cNvPr id="673" name="Shape 673"/>
        <p:cNvGrpSpPr/>
        <p:nvPr/>
      </p:nvGrpSpPr>
      <p:grpSpPr>
        <a:xfrm>
          <a:off x="0" y="0"/>
          <a:ext cx="0" cy="0"/>
          <a:chOff x="0" y="0"/>
          <a:chExt cx="0" cy="0"/>
        </a:xfrm>
      </p:grpSpPr>
      <p:sp>
        <p:nvSpPr>
          <p:cNvPr id="674" name="Google Shape;674;p28"/>
          <p:cNvSpPr txBox="1"/>
          <p:nvPr>
            <p:ph idx="1" type="body"/>
          </p:nvPr>
        </p:nvSpPr>
        <p:spPr>
          <a:xfrm>
            <a:off x="1867950"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75" name="Google Shape;675;p28"/>
          <p:cNvSpPr txBox="1"/>
          <p:nvPr>
            <p:ph idx="2" type="body"/>
          </p:nvPr>
        </p:nvSpPr>
        <p:spPr>
          <a:xfrm>
            <a:off x="1867950"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76" name="Google Shape;676;p28"/>
          <p:cNvSpPr txBox="1"/>
          <p:nvPr>
            <p:ph idx="3" type="body"/>
          </p:nvPr>
        </p:nvSpPr>
        <p:spPr>
          <a:xfrm>
            <a:off x="5297575"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77" name="Google Shape;677;p28"/>
          <p:cNvSpPr txBox="1"/>
          <p:nvPr>
            <p:ph idx="4" type="body"/>
          </p:nvPr>
        </p:nvSpPr>
        <p:spPr>
          <a:xfrm>
            <a:off x="5297575"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grpSp>
        <p:nvGrpSpPr>
          <p:cNvPr id="678" name="Google Shape;678;p28"/>
          <p:cNvGrpSpPr/>
          <p:nvPr/>
        </p:nvGrpSpPr>
        <p:grpSpPr>
          <a:xfrm>
            <a:off x="7073603" y="0"/>
            <a:ext cx="2070408" cy="1617374"/>
            <a:chOff x="6787102" y="-57263"/>
            <a:chExt cx="2403260" cy="1877393"/>
          </a:xfrm>
        </p:grpSpPr>
        <p:grpSp>
          <p:nvGrpSpPr>
            <p:cNvPr id="679" name="Google Shape;679;p28"/>
            <p:cNvGrpSpPr/>
            <p:nvPr/>
          </p:nvGrpSpPr>
          <p:grpSpPr>
            <a:xfrm rot="10800000">
              <a:off x="8286413" y="1320355"/>
              <a:ext cx="903863" cy="499775"/>
              <a:chOff x="532097" y="3249175"/>
              <a:chExt cx="669528" cy="370204"/>
            </a:xfrm>
          </p:grpSpPr>
          <p:sp>
            <p:nvSpPr>
              <p:cNvPr id="680" name="Google Shape;680;p28"/>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1" name="Google Shape;681;p2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82" name="Google Shape;682;p28"/>
            <p:cNvGrpSpPr/>
            <p:nvPr/>
          </p:nvGrpSpPr>
          <p:grpSpPr>
            <a:xfrm rot="10800000">
              <a:off x="6787103" y="820419"/>
              <a:ext cx="2402289" cy="499772"/>
              <a:chOff x="532752" y="3249175"/>
              <a:chExt cx="1779473" cy="370202"/>
            </a:xfrm>
          </p:grpSpPr>
          <p:sp>
            <p:nvSpPr>
              <p:cNvPr id="683" name="Google Shape;683;p28"/>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4" name="Google Shape;684;p2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5" name="Google Shape;685;p2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6" name="Google Shape;686;p28"/>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87" name="Google Shape;687;p28"/>
            <p:cNvGrpSpPr/>
            <p:nvPr/>
          </p:nvGrpSpPr>
          <p:grpSpPr>
            <a:xfrm rot="10800000">
              <a:off x="7286873" y="320651"/>
              <a:ext cx="1499310" cy="499770"/>
              <a:chOff x="831425" y="3249175"/>
              <a:chExt cx="1110600" cy="370200"/>
            </a:xfrm>
          </p:grpSpPr>
          <p:sp>
            <p:nvSpPr>
              <p:cNvPr id="688" name="Google Shape;688;p2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9" name="Google Shape;689;p2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0" name="Google Shape;690;p2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91" name="Google Shape;691;p28"/>
            <p:cNvGrpSpPr/>
            <p:nvPr/>
          </p:nvGrpSpPr>
          <p:grpSpPr>
            <a:xfrm rot="10800000">
              <a:off x="6787102" y="-57263"/>
              <a:ext cx="2403260" cy="377865"/>
              <a:chOff x="532032" y="3249173"/>
              <a:chExt cx="1780193" cy="370202"/>
            </a:xfrm>
          </p:grpSpPr>
          <p:sp>
            <p:nvSpPr>
              <p:cNvPr id="692" name="Google Shape;692;p28"/>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3" name="Google Shape;693;p28"/>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4" name="Google Shape;694;p2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5" name="Google Shape;695;p2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6" name="Google Shape;696;p28"/>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97" name="Google Shape;697;p28"/>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8" name="Google Shape;698;p28"/>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9" name="Google Shape;699;p28"/>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0" name="Google Shape;700;p28"/>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1" name="Google Shape;701;p28"/>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02" name="Google Shape;702;p28"/>
          <p:cNvSpPr txBox="1"/>
          <p:nvPr>
            <p:ph idx="5"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lt2"/>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703" name="Google Shape;703;p28"/>
          <p:cNvSpPr txBox="1"/>
          <p:nvPr>
            <p:ph idx="6"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704" name="Google Shape;704;p28"/>
          <p:cNvSpPr txBox="1"/>
          <p:nvPr>
            <p:ph idx="7" type="subTitle"/>
          </p:nvPr>
        </p:nvSpPr>
        <p:spPr>
          <a:xfrm>
            <a:off x="1867950"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5" name="Google Shape;705;p28"/>
          <p:cNvSpPr txBox="1"/>
          <p:nvPr>
            <p:ph idx="8" type="subTitle"/>
          </p:nvPr>
        </p:nvSpPr>
        <p:spPr>
          <a:xfrm>
            <a:off x="1867950"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6" name="Google Shape;706;p28"/>
          <p:cNvSpPr txBox="1"/>
          <p:nvPr>
            <p:ph idx="9" type="subTitle"/>
          </p:nvPr>
        </p:nvSpPr>
        <p:spPr>
          <a:xfrm>
            <a:off x="5297575"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7" name="Google Shape;707;p28"/>
          <p:cNvSpPr txBox="1"/>
          <p:nvPr>
            <p:ph idx="13" type="subTitle"/>
          </p:nvPr>
        </p:nvSpPr>
        <p:spPr>
          <a:xfrm>
            <a:off x="5297575"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8" name="Google Shape;708;p28"/>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07">
          <p15:clr>
            <a:srgbClr val="E46962"/>
          </p15:clr>
        </p15:guide>
        <p15:guide id="3" pos="2262">
          <p15:clr>
            <a:srgbClr val="E46962"/>
          </p15:clr>
        </p15:guide>
        <p15:guide id="4" orient="horz" pos="1006">
          <p15:clr>
            <a:srgbClr val="E46962"/>
          </p15:clr>
        </p15:guide>
        <p15:guide id="5" pos="1175">
          <p15:clr>
            <a:srgbClr val="E46962"/>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3">
  <p:cSld name="BLANK_1_1_1_1_1_1_1_1_1_1_1_1_1_1_1_2_1">
    <p:bg>
      <p:bgPr>
        <a:solidFill>
          <a:schemeClr val="lt1"/>
        </a:solidFill>
      </p:bgPr>
    </p:bg>
    <p:spTree>
      <p:nvGrpSpPr>
        <p:cNvPr id="709" name="Shape 709"/>
        <p:cNvGrpSpPr/>
        <p:nvPr/>
      </p:nvGrpSpPr>
      <p:grpSpPr>
        <a:xfrm>
          <a:off x="0" y="0"/>
          <a:ext cx="0" cy="0"/>
          <a:chOff x="0" y="0"/>
          <a:chExt cx="0" cy="0"/>
        </a:xfrm>
      </p:grpSpPr>
      <p:sp>
        <p:nvSpPr>
          <p:cNvPr id="710" name="Google Shape;710;p29"/>
          <p:cNvSpPr txBox="1"/>
          <p:nvPr>
            <p:ph type="title"/>
          </p:nvPr>
        </p:nvSpPr>
        <p:spPr>
          <a:xfrm>
            <a:off x="104850" y="2155850"/>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1" name="Google Shape;711;p29"/>
          <p:cNvSpPr txBox="1"/>
          <p:nvPr>
            <p:ph idx="2" type="title"/>
          </p:nvPr>
        </p:nvSpPr>
        <p:spPr>
          <a:xfrm>
            <a:off x="1932925"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2" name="Google Shape;712;p29"/>
          <p:cNvSpPr txBox="1"/>
          <p:nvPr>
            <p:ph idx="3" type="title"/>
          </p:nvPr>
        </p:nvSpPr>
        <p:spPr>
          <a:xfrm>
            <a:off x="376100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3" name="Google Shape;713;p29"/>
          <p:cNvSpPr txBox="1"/>
          <p:nvPr>
            <p:ph idx="4" type="title"/>
          </p:nvPr>
        </p:nvSpPr>
        <p:spPr>
          <a:xfrm>
            <a:off x="560715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4" name="Google Shape;714;p29"/>
          <p:cNvSpPr txBox="1"/>
          <p:nvPr>
            <p:ph idx="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15" name="Google Shape;715;p29"/>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cxnSp>
        <p:nvCxnSpPr>
          <p:cNvPr id="716" name="Google Shape;716;p29"/>
          <p:cNvCxnSpPr/>
          <p:nvPr/>
        </p:nvCxnSpPr>
        <p:spPr>
          <a:xfrm>
            <a:off x="1865850" y="392700"/>
            <a:ext cx="0" cy="390300"/>
          </a:xfrm>
          <a:prstGeom prst="straightConnector1">
            <a:avLst/>
          </a:prstGeom>
          <a:noFill/>
          <a:ln cap="flat" cmpd="sng" w="19050">
            <a:solidFill>
              <a:schemeClr val="accent6"/>
            </a:solidFill>
            <a:prstDash val="solid"/>
            <a:round/>
            <a:headEnd len="med" w="med" type="none"/>
            <a:tailEnd len="med" w="med" type="none"/>
          </a:ln>
        </p:spPr>
      </p:cxnSp>
      <p:grpSp>
        <p:nvGrpSpPr>
          <p:cNvPr id="717" name="Google Shape;717;p29"/>
          <p:cNvGrpSpPr/>
          <p:nvPr/>
        </p:nvGrpSpPr>
        <p:grpSpPr>
          <a:xfrm>
            <a:off x="7073603" y="0"/>
            <a:ext cx="2070408" cy="1617374"/>
            <a:chOff x="6787102" y="-57263"/>
            <a:chExt cx="2403260" cy="1877393"/>
          </a:xfrm>
        </p:grpSpPr>
        <p:grpSp>
          <p:nvGrpSpPr>
            <p:cNvPr id="718" name="Google Shape;718;p29"/>
            <p:cNvGrpSpPr/>
            <p:nvPr/>
          </p:nvGrpSpPr>
          <p:grpSpPr>
            <a:xfrm rot="10800000">
              <a:off x="8286413" y="1320355"/>
              <a:ext cx="903863" cy="499775"/>
              <a:chOff x="532097" y="3249175"/>
              <a:chExt cx="669528" cy="370204"/>
            </a:xfrm>
          </p:grpSpPr>
          <p:sp>
            <p:nvSpPr>
              <p:cNvPr id="719" name="Google Shape;719;p29"/>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0" name="Google Shape;720;p29"/>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21" name="Google Shape;721;p29"/>
            <p:cNvGrpSpPr/>
            <p:nvPr/>
          </p:nvGrpSpPr>
          <p:grpSpPr>
            <a:xfrm rot="10800000">
              <a:off x="6787103" y="820419"/>
              <a:ext cx="2402289" cy="499772"/>
              <a:chOff x="532752" y="3249175"/>
              <a:chExt cx="1779473" cy="370202"/>
            </a:xfrm>
          </p:grpSpPr>
          <p:sp>
            <p:nvSpPr>
              <p:cNvPr id="722" name="Google Shape;722;p29"/>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3" name="Google Shape;723;p29"/>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4" name="Google Shape;724;p29"/>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5" name="Google Shape;725;p29"/>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26" name="Google Shape;726;p29"/>
            <p:cNvGrpSpPr/>
            <p:nvPr/>
          </p:nvGrpSpPr>
          <p:grpSpPr>
            <a:xfrm rot="10800000">
              <a:off x="7286873" y="320651"/>
              <a:ext cx="1499310" cy="499770"/>
              <a:chOff x="831425" y="3249175"/>
              <a:chExt cx="1110600" cy="370200"/>
            </a:xfrm>
          </p:grpSpPr>
          <p:sp>
            <p:nvSpPr>
              <p:cNvPr id="727" name="Google Shape;727;p29"/>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8" name="Google Shape;728;p29"/>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9" name="Google Shape;729;p2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30" name="Google Shape;730;p29"/>
            <p:cNvGrpSpPr/>
            <p:nvPr/>
          </p:nvGrpSpPr>
          <p:grpSpPr>
            <a:xfrm rot="10800000">
              <a:off x="6787102" y="-57263"/>
              <a:ext cx="2403260" cy="377865"/>
              <a:chOff x="532032" y="3249173"/>
              <a:chExt cx="1780193" cy="370202"/>
            </a:xfrm>
          </p:grpSpPr>
          <p:sp>
            <p:nvSpPr>
              <p:cNvPr id="731" name="Google Shape;731;p29"/>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2" name="Google Shape;732;p29"/>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3" name="Google Shape;733;p29"/>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4" name="Google Shape;734;p2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5" name="Google Shape;735;p29"/>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36" name="Google Shape;736;p29"/>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7" name="Google Shape;737;p29"/>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8" name="Google Shape;738;p29"/>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9" name="Google Shape;739;p29"/>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0" name="Google Shape;740;p29"/>
          <p:cNvSpPr txBox="1"/>
          <p:nvPr>
            <p:ph idx="6" type="body"/>
          </p:nvPr>
        </p:nvSpPr>
        <p:spPr>
          <a:xfrm>
            <a:off x="1049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1" name="Google Shape;741;p29"/>
          <p:cNvSpPr txBox="1"/>
          <p:nvPr>
            <p:ph idx="7" type="body"/>
          </p:nvPr>
        </p:nvSpPr>
        <p:spPr>
          <a:xfrm>
            <a:off x="1932925"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2" name="Google Shape;742;p29"/>
          <p:cNvSpPr txBox="1"/>
          <p:nvPr>
            <p:ph idx="8" type="body"/>
          </p:nvPr>
        </p:nvSpPr>
        <p:spPr>
          <a:xfrm>
            <a:off x="37610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3" name="Google Shape;743;p29"/>
          <p:cNvSpPr txBox="1"/>
          <p:nvPr>
            <p:ph idx="9" type="body"/>
          </p:nvPr>
        </p:nvSpPr>
        <p:spPr>
          <a:xfrm>
            <a:off x="560715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4" name="Google Shape;744;p29"/>
          <p:cNvSpPr txBox="1"/>
          <p:nvPr>
            <p:ph idx="13" type="title"/>
          </p:nvPr>
        </p:nvSpPr>
        <p:spPr>
          <a:xfrm>
            <a:off x="23997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5" name="Google Shape;745;p29"/>
          <p:cNvSpPr txBox="1"/>
          <p:nvPr>
            <p:ph idx="14" type="title"/>
          </p:nvPr>
        </p:nvSpPr>
        <p:spPr>
          <a:xfrm>
            <a:off x="20095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6" name="Google Shape;746;p29"/>
          <p:cNvSpPr txBox="1"/>
          <p:nvPr>
            <p:ph idx="15" type="title"/>
          </p:nvPr>
        </p:nvSpPr>
        <p:spPr>
          <a:xfrm>
            <a:off x="389542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7" name="Google Shape;747;p29"/>
          <p:cNvSpPr txBox="1"/>
          <p:nvPr>
            <p:ph idx="16" type="title"/>
          </p:nvPr>
        </p:nvSpPr>
        <p:spPr>
          <a:xfrm>
            <a:off x="57047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8" name="Google Shape;748;p29"/>
          <p:cNvSpPr txBox="1"/>
          <p:nvPr>
            <p:ph idx="17" type="title"/>
          </p:nvPr>
        </p:nvSpPr>
        <p:spPr>
          <a:xfrm>
            <a:off x="38100" y="319650"/>
            <a:ext cx="18279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6"/>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6"/>
                </a:solidFill>
              </a:defRPr>
            </a:lvl2pPr>
            <a:lvl3pPr lvl="2">
              <a:lnSpc>
                <a:spcPct val="115000"/>
              </a:lnSpc>
              <a:spcBef>
                <a:spcPts val="0"/>
              </a:spcBef>
              <a:spcAft>
                <a:spcPts val="0"/>
              </a:spcAft>
              <a:buNone/>
              <a:defRPr sz="1800">
                <a:solidFill>
                  <a:schemeClr val="accent6"/>
                </a:solidFill>
              </a:defRPr>
            </a:lvl3pPr>
            <a:lvl4pPr lvl="3">
              <a:lnSpc>
                <a:spcPct val="115000"/>
              </a:lnSpc>
              <a:spcBef>
                <a:spcPts val="0"/>
              </a:spcBef>
              <a:spcAft>
                <a:spcPts val="0"/>
              </a:spcAft>
              <a:buNone/>
              <a:defRPr sz="1800">
                <a:solidFill>
                  <a:schemeClr val="accent6"/>
                </a:solidFill>
              </a:defRPr>
            </a:lvl4pPr>
            <a:lvl5pPr lvl="4">
              <a:lnSpc>
                <a:spcPct val="115000"/>
              </a:lnSpc>
              <a:spcBef>
                <a:spcPts val="0"/>
              </a:spcBef>
              <a:spcAft>
                <a:spcPts val="0"/>
              </a:spcAft>
              <a:buNone/>
              <a:defRPr sz="1800">
                <a:solidFill>
                  <a:schemeClr val="accent6"/>
                </a:solidFill>
              </a:defRPr>
            </a:lvl5pPr>
            <a:lvl6pPr lvl="5">
              <a:lnSpc>
                <a:spcPct val="115000"/>
              </a:lnSpc>
              <a:spcBef>
                <a:spcPts val="0"/>
              </a:spcBef>
              <a:spcAft>
                <a:spcPts val="0"/>
              </a:spcAft>
              <a:buNone/>
              <a:defRPr sz="1800">
                <a:solidFill>
                  <a:schemeClr val="accent6"/>
                </a:solidFill>
              </a:defRPr>
            </a:lvl6pPr>
            <a:lvl7pPr lvl="6">
              <a:lnSpc>
                <a:spcPct val="115000"/>
              </a:lnSpc>
              <a:spcBef>
                <a:spcPts val="0"/>
              </a:spcBef>
              <a:spcAft>
                <a:spcPts val="0"/>
              </a:spcAft>
              <a:buNone/>
              <a:defRPr sz="1800">
                <a:solidFill>
                  <a:schemeClr val="accent6"/>
                </a:solidFill>
              </a:defRPr>
            </a:lvl7pPr>
            <a:lvl8pPr lvl="7">
              <a:lnSpc>
                <a:spcPct val="115000"/>
              </a:lnSpc>
              <a:spcBef>
                <a:spcPts val="0"/>
              </a:spcBef>
              <a:spcAft>
                <a:spcPts val="0"/>
              </a:spcAft>
              <a:buNone/>
              <a:defRPr sz="1800">
                <a:solidFill>
                  <a:schemeClr val="accent6"/>
                </a:solidFill>
              </a:defRPr>
            </a:lvl8pPr>
            <a:lvl9pPr lvl="8">
              <a:lnSpc>
                <a:spcPct val="115000"/>
              </a:lnSpc>
              <a:spcBef>
                <a:spcPts val="0"/>
              </a:spcBef>
              <a:spcAft>
                <a:spcPts val="0"/>
              </a:spcAft>
              <a:buNone/>
              <a:defRPr sz="1800">
                <a:solidFill>
                  <a:schemeClr val="accent6"/>
                </a:solidFill>
              </a:defRPr>
            </a:lvl9pPr>
          </a:lstStyle>
          <a:p/>
        </p:txBody>
      </p:sp>
      <p:sp>
        <p:nvSpPr>
          <p:cNvPr id="749" name="Google Shape;749;p29"/>
          <p:cNvSpPr txBox="1"/>
          <p:nvPr>
            <p:ph idx="18"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31">
          <p15:clr>
            <a:srgbClr val="E46962"/>
          </p15:clr>
        </p15:guide>
        <p15:guide id="3" pos="2262">
          <p15:clr>
            <a:srgbClr val="E46962"/>
          </p15:clr>
        </p15:guide>
        <p15:guide id="4" pos="1173">
          <p15:clr>
            <a:srgbClr val="E46962"/>
          </p15:clr>
        </p15:guide>
        <p15:guide id="5" pos="1408">
          <p15:clr>
            <a:srgbClr val="E46962"/>
          </p15:clr>
        </p15:guide>
        <p15:guide id="6" pos="1175">
          <p15:clr>
            <a:srgbClr val="E46962"/>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images with caption">
  <p:cSld name="BLANK_1_1_1_1_1_1_1_1_1_1_1_1_1_1_1_1_1_1_2">
    <p:bg>
      <p:bgPr>
        <a:solidFill>
          <a:schemeClr val="lt1"/>
        </a:solidFill>
      </p:bgPr>
    </p:bg>
    <p:spTree>
      <p:nvGrpSpPr>
        <p:cNvPr id="750" name="Shape 750"/>
        <p:cNvGrpSpPr/>
        <p:nvPr/>
      </p:nvGrpSpPr>
      <p:grpSpPr>
        <a:xfrm>
          <a:off x="0" y="0"/>
          <a:ext cx="0" cy="0"/>
          <a:chOff x="0" y="0"/>
          <a:chExt cx="0" cy="0"/>
        </a:xfrm>
      </p:grpSpPr>
      <p:sp>
        <p:nvSpPr>
          <p:cNvPr id="751" name="Google Shape;751;p30"/>
          <p:cNvSpPr txBox="1"/>
          <p:nvPr>
            <p:ph type="title"/>
          </p:nvPr>
        </p:nvSpPr>
        <p:spPr>
          <a:xfrm>
            <a:off x="38100" y="397750"/>
            <a:ext cx="1948200" cy="189300"/>
          </a:xfrm>
          <a:prstGeom prst="rect">
            <a:avLst/>
          </a:prstGeom>
        </p:spPr>
        <p:txBody>
          <a:bodyPr anchorCtr="0" anchor="t" bIns="91425" lIns="182875" spcFirstLastPara="1" rIns="91425" wrap="square" tIns="91425">
            <a:noAutofit/>
          </a:bodyPr>
          <a:lstStyle>
            <a:lvl1pPr lvl="0">
              <a:lnSpc>
                <a:spcPct val="70000"/>
              </a:lnSpc>
              <a:spcBef>
                <a:spcPts val="0"/>
              </a:spcBef>
              <a:spcAft>
                <a:spcPts val="0"/>
              </a:spcAft>
              <a:buNone/>
              <a:defRPr sz="1200">
                <a:solidFill>
                  <a:schemeClr val="dk2"/>
                </a:solidFill>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752" name="Google Shape;752;p30"/>
          <p:cNvGrpSpPr/>
          <p:nvPr/>
        </p:nvGrpSpPr>
        <p:grpSpPr>
          <a:xfrm rot="10800000">
            <a:off x="5657179" y="-1"/>
            <a:ext cx="3486840" cy="2906092"/>
            <a:chOff x="312900" y="2793625"/>
            <a:chExt cx="2221200" cy="1851250"/>
          </a:xfrm>
        </p:grpSpPr>
        <p:grpSp>
          <p:nvGrpSpPr>
            <p:cNvPr id="753" name="Google Shape;753;p30"/>
            <p:cNvGrpSpPr/>
            <p:nvPr/>
          </p:nvGrpSpPr>
          <p:grpSpPr>
            <a:xfrm>
              <a:off x="312900" y="2793625"/>
              <a:ext cx="1851000" cy="1851250"/>
              <a:chOff x="461225" y="3249175"/>
              <a:chExt cx="1851000" cy="1851250"/>
            </a:xfrm>
          </p:grpSpPr>
          <p:grpSp>
            <p:nvGrpSpPr>
              <p:cNvPr id="754" name="Google Shape;754;p30"/>
              <p:cNvGrpSpPr/>
              <p:nvPr/>
            </p:nvGrpSpPr>
            <p:grpSpPr>
              <a:xfrm>
                <a:off x="461225" y="3249175"/>
                <a:ext cx="1851000" cy="370200"/>
                <a:chOff x="461225" y="3249175"/>
                <a:chExt cx="1851000" cy="370200"/>
              </a:xfrm>
            </p:grpSpPr>
            <p:sp>
              <p:nvSpPr>
                <p:cNvPr id="755" name="Google Shape;755;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6" name="Google Shape;756;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7" name="Google Shape;757;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8" name="Google Shape;758;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59" name="Google Shape;759;p30"/>
              <p:cNvGrpSpPr/>
              <p:nvPr/>
            </p:nvGrpSpPr>
            <p:grpSpPr>
              <a:xfrm>
                <a:off x="461225" y="3619500"/>
                <a:ext cx="1851000" cy="370200"/>
                <a:chOff x="461225" y="3249175"/>
                <a:chExt cx="1851000" cy="370200"/>
              </a:xfrm>
            </p:grpSpPr>
            <p:sp>
              <p:nvSpPr>
                <p:cNvPr id="760" name="Google Shape;760;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1" name="Google Shape;761;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2" name="Google Shape;762;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3" name="Google Shape;763;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4" name="Google Shape;764;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65" name="Google Shape;765;p30"/>
              <p:cNvGrpSpPr/>
              <p:nvPr/>
            </p:nvGrpSpPr>
            <p:grpSpPr>
              <a:xfrm>
                <a:off x="461225" y="3989700"/>
                <a:ext cx="1480800" cy="1110725"/>
                <a:chOff x="461225" y="3249175"/>
                <a:chExt cx="1480800" cy="1110725"/>
              </a:xfrm>
            </p:grpSpPr>
            <p:sp>
              <p:nvSpPr>
                <p:cNvPr id="766" name="Google Shape;766;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7" name="Google Shape;767;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8" name="Google Shape;768;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9" name="Google Shape;769;p30"/>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70" name="Google Shape;770;p30"/>
              <p:cNvGrpSpPr/>
              <p:nvPr/>
            </p:nvGrpSpPr>
            <p:grpSpPr>
              <a:xfrm>
                <a:off x="831425" y="4360025"/>
                <a:ext cx="1480800" cy="370200"/>
                <a:chOff x="831425" y="3249175"/>
                <a:chExt cx="1480800" cy="370200"/>
              </a:xfrm>
            </p:grpSpPr>
            <p:sp>
              <p:nvSpPr>
                <p:cNvPr id="771" name="Google Shape;771;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2" name="Google Shape;772;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3" name="Google Shape;773;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4" name="Google Shape;774;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75" name="Google Shape;775;p30"/>
            <p:cNvSpPr/>
            <p:nvPr/>
          </p:nvSpPr>
          <p:spPr>
            <a:xfrm>
              <a:off x="2163900" y="279362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776" name="Google Shape;776;p30"/>
          <p:cNvSpPr/>
          <p:nvPr>
            <p:ph idx="2" type="pic"/>
          </p:nvPr>
        </p:nvSpPr>
        <p:spPr>
          <a:xfrm>
            <a:off x="1200750" y="984738"/>
            <a:ext cx="1649400" cy="1649400"/>
          </a:xfrm>
          <a:prstGeom prst="ellipse">
            <a:avLst/>
          </a:prstGeom>
          <a:noFill/>
          <a:ln>
            <a:noFill/>
          </a:ln>
        </p:spPr>
      </p:sp>
      <p:sp>
        <p:nvSpPr>
          <p:cNvPr id="777" name="Google Shape;777;p30"/>
          <p:cNvSpPr/>
          <p:nvPr>
            <p:ph idx="3" type="pic"/>
          </p:nvPr>
        </p:nvSpPr>
        <p:spPr>
          <a:xfrm>
            <a:off x="3747300" y="921988"/>
            <a:ext cx="1649400" cy="1649400"/>
          </a:xfrm>
          <a:prstGeom prst="ellipse">
            <a:avLst/>
          </a:prstGeom>
          <a:noFill/>
          <a:ln>
            <a:noFill/>
          </a:ln>
        </p:spPr>
      </p:sp>
      <p:sp>
        <p:nvSpPr>
          <p:cNvPr id="778" name="Google Shape;778;p30"/>
          <p:cNvSpPr/>
          <p:nvPr>
            <p:ph idx="4" type="pic"/>
          </p:nvPr>
        </p:nvSpPr>
        <p:spPr>
          <a:xfrm>
            <a:off x="6080650" y="941438"/>
            <a:ext cx="1649400" cy="1649400"/>
          </a:xfrm>
          <a:prstGeom prst="ellipse">
            <a:avLst/>
          </a:prstGeom>
          <a:noFill/>
          <a:ln>
            <a:noFill/>
          </a:ln>
        </p:spPr>
      </p:sp>
      <p:sp>
        <p:nvSpPr>
          <p:cNvPr id="779" name="Google Shape;779;p30"/>
          <p:cNvSpPr txBox="1"/>
          <p:nvPr>
            <p:ph idx="1" type="subTitle"/>
          </p:nvPr>
        </p:nvSpPr>
        <p:spPr>
          <a:xfrm>
            <a:off x="9477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80" name="Google Shape;780;p30"/>
          <p:cNvSpPr txBox="1"/>
          <p:nvPr>
            <p:ph idx="5" type="title"/>
          </p:nvPr>
        </p:nvSpPr>
        <p:spPr>
          <a:xfrm>
            <a:off x="11118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781" name="Google Shape;781;p30"/>
          <p:cNvSpPr txBox="1"/>
          <p:nvPr>
            <p:ph idx="6" type="subTitle"/>
          </p:nvPr>
        </p:nvSpPr>
        <p:spPr>
          <a:xfrm>
            <a:off x="352860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82" name="Google Shape;782;p30"/>
          <p:cNvSpPr txBox="1"/>
          <p:nvPr>
            <p:ph idx="7" type="title"/>
          </p:nvPr>
        </p:nvSpPr>
        <p:spPr>
          <a:xfrm>
            <a:off x="369270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783" name="Google Shape;783;p30"/>
          <p:cNvSpPr txBox="1"/>
          <p:nvPr>
            <p:ph idx="8" type="subTitle"/>
          </p:nvPr>
        </p:nvSpPr>
        <p:spPr>
          <a:xfrm>
            <a:off x="58619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84" name="Google Shape;784;p30"/>
          <p:cNvSpPr txBox="1"/>
          <p:nvPr>
            <p:ph idx="9" type="title"/>
          </p:nvPr>
        </p:nvSpPr>
        <p:spPr>
          <a:xfrm>
            <a:off x="60260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785" name="Google Shape;785;p30"/>
          <p:cNvSpPr txBox="1"/>
          <p:nvPr>
            <p:ph idx="13"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86" name="Google Shape;786;p30"/>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787" name="Shape 787"/>
        <p:cNvGrpSpPr/>
        <p:nvPr/>
      </p:nvGrpSpPr>
      <p:grpSpPr>
        <a:xfrm>
          <a:off x="0" y="0"/>
          <a:ext cx="0" cy="0"/>
          <a:chOff x="0" y="0"/>
          <a:chExt cx="0" cy="0"/>
        </a:xfrm>
      </p:grpSpPr>
      <p:sp>
        <p:nvSpPr>
          <p:cNvPr id="788" name="Google Shape;788;p31"/>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789" name="Google Shape;789;p31"/>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790" name="Shape 790"/>
        <p:cNvGrpSpPr/>
        <p:nvPr/>
      </p:nvGrpSpPr>
      <p:grpSpPr>
        <a:xfrm>
          <a:off x="0" y="0"/>
          <a:ext cx="0" cy="0"/>
          <a:chOff x="0" y="0"/>
          <a:chExt cx="0" cy="0"/>
        </a:xfrm>
      </p:grpSpPr>
      <p:sp>
        <p:nvSpPr>
          <p:cNvPr id="791" name="Google Shape;791;p3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792" name="Shape 792"/>
        <p:cNvGrpSpPr/>
        <p:nvPr/>
      </p:nvGrpSpPr>
      <p:grpSpPr>
        <a:xfrm>
          <a:off x="0" y="0"/>
          <a:ext cx="0" cy="0"/>
          <a:chOff x="0" y="0"/>
          <a:chExt cx="0" cy="0"/>
        </a:xfrm>
      </p:grpSpPr>
      <p:sp>
        <p:nvSpPr>
          <p:cNvPr id="793" name="Google Shape;793;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94" name="Google Shape;794;p3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795" name="Shape 795"/>
        <p:cNvGrpSpPr/>
        <p:nvPr/>
      </p:nvGrpSpPr>
      <p:grpSpPr>
        <a:xfrm>
          <a:off x="0" y="0"/>
          <a:ext cx="0" cy="0"/>
          <a:chOff x="0" y="0"/>
          <a:chExt cx="0" cy="0"/>
        </a:xfrm>
      </p:grpSpPr>
      <p:sp>
        <p:nvSpPr>
          <p:cNvPr id="796" name="Google Shape;796;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97" name="Google Shape;797;p34"/>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98" name="Google Shape;798;p34"/>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799" name="Shape 799"/>
        <p:cNvGrpSpPr/>
        <p:nvPr/>
      </p:nvGrpSpPr>
      <p:grpSpPr>
        <a:xfrm>
          <a:off x="0" y="0"/>
          <a:ext cx="0" cy="0"/>
          <a:chOff x="0" y="0"/>
          <a:chExt cx="0" cy="0"/>
        </a:xfrm>
      </p:grpSpPr>
      <p:sp>
        <p:nvSpPr>
          <p:cNvPr id="800" name="Google Shape;800;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801" name="Shape 801"/>
        <p:cNvGrpSpPr/>
        <p:nvPr/>
      </p:nvGrpSpPr>
      <p:grpSpPr>
        <a:xfrm>
          <a:off x="0" y="0"/>
          <a:ext cx="0" cy="0"/>
          <a:chOff x="0" y="0"/>
          <a:chExt cx="0" cy="0"/>
        </a:xfrm>
      </p:grpSpPr>
      <p:sp>
        <p:nvSpPr>
          <p:cNvPr id="802" name="Google Shape;802;p36"/>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03" name="Google Shape;803;p36"/>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804" name="Shape 804"/>
        <p:cNvGrpSpPr/>
        <p:nvPr/>
      </p:nvGrpSpPr>
      <p:grpSpPr>
        <a:xfrm>
          <a:off x="0" y="0"/>
          <a:ext cx="0" cy="0"/>
          <a:chOff x="0" y="0"/>
          <a:chExt cx="0" cy="0"/>
        </a:xfrm>
      </p:grpSpPr>
      <p:sp>
        <p:nvSpPr>
          <p:cNvPr id="805" name="Google Shape;805;p37"/>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806" name="Shape 806"/>
        <p:cNvGrpSpPr/>
        <p:nvPr/>
      </p:nvGrpSpPr>
      <p:grpSpPr>
        <a:xfrm>
          <a:off x="0" y="0"/>
          <a:ext cx="0" cy="0"/>
          <a:chOff x="0" y="0"/>
          <a:chExt cx="0" cy="0"/>
        </a:xfrm>
      </p:grpSpPr>
      <p:sp>
        <p:nvSpPr>
          <p:cNvPr id="807" name="Google Shape;807;p38"/>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08" name="Google Shape;808;p38"/>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809" name="Google Shape;809;p38"/>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810" name="Shape 810"/>
        <p:cNvGrpSpPr/>
        <p:nvPr/>
      </p:nvGrpSpPr>
      <p:grpSpPr>
        <a:xfrm>
          <a:off x="0" y="0"/>
          <a:ext cx="0" cy="0"/>
          <a:chOff x="0" y="0"/>
          <a:chExt cx="0" cy="0"/>
        </a:xfrm>
      </p:grpSpPr>
      <p:sp>
        <p:nvSpPr>
          <p:cNvPr id="811" name="Google Shape;811;p39"/>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812" name="Shape 812"/>
        <p:cNvGrpSpPr/>
        <p:nvPr/>
      </p:nvGrpSpPr>
      <p:grpSpPr>
        <a:xfrm>
          <a:off x="0" y="0"/>
          <a:ext cx="0" cy="0"/>
          <a:chOff x="0" y="0"/>
          <a:chExt cx="0" cy="0"/>
        </a:xfrm>
      </p:grpSpPr>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813" name="Shape 813"/>
        <p:cNvGrpSpPr/>
        <p:nvPr/>
      </p:nvGrpSpPr>
      <p:grpSpPr>
        <a:xfrm>
          <a:off x="0" y="0"/>
          <a:ext cx="0" cy="0"/>
          <a:chOff x="0" y="0"/>
          <a:chExt cx="0" cy="0"/>
        </a:xfrm>
      </p:grpSpPr>
      <p:sp>
        <p:nvSpPr>
          <p:cNvPr id="814" name="Google Shape;814;p41"/>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15" name="Google Shape;815;p41"/>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6" name="Google Shape;816;p41"/>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7" name="Google Shape;817;p41"/>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8" name="Google Shape;818;p41"/>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9" name="Google Shape;819;p41"/>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20" name="Google Shape;820;p41"/>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821" name="Shape 821"/>
        <p:cNvGrpSpPr/>
        <p:nvPr/>
      </p:nvGrpSpPr>
      <p:grpSpPr>
        <a:xfrm>
          <a:off x="0" y="0"/>
          <a:ext cx="0" cy="0"/>
          <a:chOff x="0" y="0"/>
          <a:chExt cx="0" cy="0"/>
        </a:xfrm>
      </p:grpSpPr>
      <p:sp>
        <p:nvSpPr>
          <p:cNvPr id="822" name="Google Shape;822;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23" name="Google Shape;823;p42"/>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24" name="Google Shape;824;p42"/>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825" name="Shape 825"/>
        <p:cNvGrpSpPr/>
        <p:nvPr/>
      </p:nvGrpSpPr>
      <p:grpSpPr>
        <a:xfrm>
          <a:off x="0" y="0"/>
          <a:ext cx="0" cy="0"/>
          <a:chOff x="0" y="0"/>
          <a:chExt cx="0" cy="0"/>
        </a:xfrm>
      </p:grpSpPr>
      <p:sp>
        <p:nvSpPr>
          <p:cNvPr id="826" name="Google Shape;826;p43"/>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27" name="Google Shape;827;p43"/>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28" name="Google Shape;828;p43"/>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29" name="Google Shape;829;p43"/>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0" name="Google Shape;830;p43"/>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831" name="Shape 831"/>
        <p:cNvGrpSpPr/>
        <p:nvPr/>
      </p:nvGrpSpPr>
      <p:grpSpPr>
        <a:xfrm>
          <a:off x="0" y="0"/>
          <a:ext cx="0" cy="0"/>
          <a:chOff x="0" y="0"/>
          <a:chExt cx="0" cy="0"/>
        </a:xfrm>
      </p:grpSpPr>
      <p:sp>
        <p:nvSpPr>
          <p:cNvPr id="832" name="Google Shape;832;p44"/>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33" name="Google Shape;833;p44"/>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34" name="Google Shape;834;p44"/>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35" name="Google Shape;835;p44"/>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6" name="Google Shape;836;p44"/>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7" name="Google Shape;837;p44"/>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8" name="Google Shape;838;p44"/>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839" name="Shape 839"/>
        <p:cNvGrpSpPr/>
        <p:nvPr/>
      </p:nvGrpSpPr>
      <p:grpSpPr>
        <a:xfrm>
          <a:off x="0" y="0"/>
          <a:ext cx="0" cy="0"/>
          <a:chOff x="0" y="0"/>
          <a:chExt cx="0" cy="0"/>
        </a:xfrm>
      </p:grpSpPr>
      <p:sp>
        <p:nvSpPr>
          <p:cNvPr id="840" name="Google Shape;840;p45"/>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41" name="Google Shape;841;p45"/>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2" name="Google Shape;842;p45"/>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3" name="Google Shape;843;p45"/>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4" name="Google Shape;844;p45"/>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45" name="Google Shape;845;p45"/>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46" name="Google Shape;846;p45"/>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47" name="Google Shape;847;p45"/>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48" name="Google Shape;848;p45"/>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849" name="Shape 849"/>
        <p:cNvGrpSpPr/>
        <p:nvPr/>
      </p:nvGrpSpPr>
      <p:grpSpPr>
        <a:xfrm>
          <a:off x="0" y="0"/>
          <a:ext cx="0" cy="0"/>
          <a:chOff x="0" y="0"/>
          <a:chExt cx="0" cy="0"/>
        </a:xfrm>
      </p:grpSpPr>
      <p:sp>
        <p:nvSpPr>
          <p:cNvPr id="850" name="Google Shape;850;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51" name="Google Shape;851;p46"/>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852" name="Shape 852"/>
        <p:cNvGrpSpPr/>
        <p:nvPr/>
      </p:nvGrpSpPr>
      <p:grpSpPr>
        <a:xfrm>
          <a:off x="0" y="0"/>
          <a:ext cx="0" cy="0"/>
          <a:chOff x="0" y="0"/>
          <a:chExt cx="0" cy="0"/>
        </a:xfrm>
      </p:grpSpPr>
      <p:sp>
        <p:nvSpPr>
          <p:cNvPr id="853" name="Google Shape;853;p47"/>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54" name="Google Shape;854;p47"/>
          <p:cNvSpPr/>
          <p:nvPr>
            <p:ph idx="2" type="pic"/>
          </p:nvPr>
        </p:nvSpPr>
        <p:spPr>
          <a:xfrm>
            <a:off x="4804825" y="1133300"/>
            <a:ext cx="4027500" cy="2392800"/>
          </a:xfrm>
          <a:prstGeom prst="rect">
            <a:avLst/>
          </a:prstGeom>
          <a:noFill/>
          <a:ln>
            <a:noFill/>
          </a:ln>
        </p:spPr>
      </p:sp>
      <p:sp>
        <p:nvSpPr>
          <p:cNvPr id="855" name="Google Shape;855;p47"/>
          <p:cNvSpPr/>
          <p:nvPr>
            <p:ph idx="3" type="pic"/>
          </p:nvPr>
        </p:nvSpPr>
        <p:spPr>
          <a:xfrm>
            <a:off x="311725" y="1133300"/>
            <a:ext cx="4027500" cy="2392800"/>
          </a:xfrm>
          <a:prstGeom prst="rect">
            <a:avLst/>
          </a:prstGeom>
          <a:noFill/>
          <a:ln>
            <a:noFill/>
          </a:ln>
        </p:spPr>
      </p:sp>
      <p:sp>
        <p:nvSpPr>
          <p:cNvPr id="856" name="Google Shape;856;p47"/>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57" name="Google Shape;857;p4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58" name="Google Shape;858;p47"/>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59" name="Google Shape;859;p47"/>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860" name="Shape 860"/>
        <p:cNvGrpSpPr/>
        <p:nvPr/>
      </p:nvGrpSpPr>
      <p:grpSpPr>
        <a:xfrm>
          <a:off x="0" y="0"/>
          <a:ext cx="0" cy="0"/>
          <a:chOff x="0" y="0"/>
          <a:chExt cx="0" cy="0"/>
        </a:xfrm>
      </p:grpSpPr>
      <p:sp>
        <p:nvSpPr>
          <p:cNvPr id="861" name="Google Shape;861;p48"/>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62" name="Google Shape;862;p48"/>
          <p:cNvSpPr/>
          <p:nvPr>
            <p:ph idx="2" type="pic"/>
          </p:nvPr>
        </p:nvSpPr>
        <p:spPr>
          <a:xfrm>
            <a:off x="6205225" y="1128325"/>
            <a:ext cx="2627100" cy="2273100"/>
          </a:xfrm>
          <a:prstGeom prst="rect">
            <a:avLst/>
          </a:prstGeom>
          <a:noFill/>
          <a:ln>
            <a:noFill/>
          </a:ln>
        </p:spPr>
      </p:sp>
      <p:sp>
        <p:nvSpPr>
          <p:cNvPr id="863" name="Google Shape;863;p48"/>
          <p:cNvSpPr/>
          <p:nvPr>
            <p:ph idx="3" type="pic"/>
          </p:nvPr>
        </p:nvSpPr>
        <p:spPr>
          <a:xfrm>
            <a:off x="311725" y="1128325"/>
            <a:ext cx="2627100" cy="2273100"/>
          </a:xfrm>
          <a:prstGeom prst="rect">
            <a:avLst/>
          </a:prstGeom>
          <a:noFill/>
          <a:ln>
            <a:noFill/>
          </a:ln>
        </p:spPr>
      </p:sp>
      <p:sp>
        <p:nvSpPr>
          <p:cNvPr id="864" name="Google Shape;864;p48"/>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65" name="Google Shape;865;p48"/>
          <p:cNvSpPr/>
          <p:nvPr>
            <p:ph idx="5" type="pic"/>
          </p:nvPr>
        </p:nvSpPr>
        <p:spPr>
          <a:xfrm>
            <a:off x="3255250" y="1128325"/>
            <a:ext cx="2627100" cy="2273100"/>
          </a:xfrm>
          <a:prstGeom prst="rect">
            <a:avLst/>
          </a:prstGeom>
          <a:noFill/>
          <a:ln>
            <a:noFill/>
          </a:ln>
        </p:spPr>
      </p:sp>
      <p:sp>
        <p:nvSpPr>
          <p:cNvPr id="866" name="Google Shape;866;p48"/>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67" name="Google Shape;867;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68" name="Google Shape;868;p48"/>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69" name="Google Shape;869;p48"/>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70" name="Google Shape;870;p48"/>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871" name="Shape 871"/>
        <p:cNvGrpSpPr/>
        <p:nvPr/>
      </p:nvGrpSpPr>
      <p:grpSpPr>
        <a:xfrm>
          <a:off x="0" y="0"/>
          <a:ext cx="0" cy="0"/>
          <a:chOff x="0" y="0"/>
          <a:chExt cx="0" cy="0"/>
        </a:xfrm>
      </p:grpSpPr>
      <p:sp>
        <p:nvSpPr>
          <p:cNvPr id="872" name="Google Shape;872;p49"/>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873" name="Shape 873"/>
        <p:cNvGrpSpPr/>
        <p:nvPr/>
      </p:nvGrpSpPr>
      <p:grpSpPr>
        <a:xfrm>
          <a:off x="0" y="0"/>
          <a:ext cx="0" cy="0"/>
          <a:chOff x="0" y="0"/>
          <a:chExt cx="0" cy="0"/>
        </a:xfrm>
      </p:grpSpPr>
      <p:sp>
        <p:nvSpPr>
          <p:cNvPr id="874" name="Google Shape;874;p50"/>
          <p:cNvSpPr/>
          <p:nvPr>
            <p:ph idx="2" type="pic"/>
          </p:nvPr>
        </p:nvSpPr>
        <p:spPr>
          <a:xfrm>
            <a:off x="3389600" y="118913"/>
            <a:ext cx="1643700" cy="1535100"/>
          </a:xfrm>
          <a:prstGeom prst="rect">
            <a:avLst/>
          </a:prstGeom>
          <a:noFill/>
          <a:ln>
            <a:noFill/>
          </a:ln>
        </p:spPr>
      </p:sp>
      <p:sp>
        <p:nvSpPr>
          <p:cNvPr id="875" name="Google Shape;875;p50"/>
          <p:cNvSpPr/>
          <p:nvPr>
            <p:ph idx="3" type="pic"/>
          </p:nvPr>
        </p:nvSpPr>
        <p:spPr>
          <a:xfrm>
            <a:off x="5195935" y="118913"/>
            <a:ext cx="1643700" cy="1535100"/>
          </a:xfrm>
          <a:prstGeom prst="rect">
            <a:avLst/>
          </a:prstGeom>
          <a:noFill/>
          <a:ln>
            <a:noFill/>
          </a:ln>
        </p:spPr>
      </p:sp>
      <p:sp>
        <p:nvSpPr>
          <p:cNvPr id="876" name="Google Shape;876;p50"/>
          <p:cNvSpPr/>
          <p:nvPr>
            <p:ph idx="4" type="pic"/>
          </p:nvPr>
        </p:nvSpPr>
        <p:spPr>
          <a:xfrm>
            <a:off x="7002270" y="118913"/>
            <a:ext cx="1643700" cy="1535100"/>
          </a:xfrm>
          <a:prstGeom prst="rect">
            <a:avLst/>
          </a:prstGeom>
          <a:noFill/>
          <a:ln>
            <a:noFill/>
          </a:ln>
        </p:spPr>
      </p:sp>
      <p:sp>
        <p:nvSpPr>
          <p:cNvPr id="877" name="Google Shape;877;p50"/>
          <p:cNvSpPr/>
          <p:nvPr>
            <p:ph idx="5" type="pic"/>
          </p:nvPr>
        </p:nvSpPr>
        <p:spPr>
          <a:xfrm>
            <a:off x="3389588" y="1804212"/>
            <a:ext cx="1643700" cy="1535100"/>
          </a:xfrm>
          <a:prstGeom prst="rect">
            <a:avLst/>
          </a:prstGeom>
          <a:noFill/>
          <a:ln>
            <a:noFill/>
          </a:ln>
        </p:spPr>
      </p:sp>
      <p:sp>
        <p:nvSpPr>
          <p:cNvPr id="878" name="Google Shape;878;p50"/>
          <p:cNvSpPr/>
          <p:nvPr>
            <p:ph idx="6" type="pic"/>
          </p:nvPr>
        </p:nvSpPr>
        <p:spPr>
          <a:xfrm>
            <a:off x="5195922" y="1804212"/>
            <a:ext cx="1643700" cy="1535100"/>
          </a:xfrm>
          <a:prstGeom prst="rect">
            <a:avLst/>
          </a:prstGeom>
          <a:noFill/>
          <a:ln>
            <a:noFill/>
          </a:ln>
        </p:spPr>
      </p:sp>
      <p:sp>
        <p:nvSpPr>
          <p:cNvPr id="879" name="Google Shape;879;p50"/>
          <p:cNvSpPr/>
          <p:nvPr>
            <p:ph idx="7" type="pic"/>
          </p:nvPr>
        </p:nvSpPr>
        <p:spPr>
          <a:xfrm>
            <a:off x="7002257" y="1804212"/>
            <a:ext cx="1643700" cy="1535100"/>
          </a:xfrm>
          <a:prstGeom prst="rect">
            <a:avLst/>
          </a:prstGeom>
          <a:noFill/>
          <a:ln>
            <a:noFill/>
          </a:ln>
        </p:spPr>
      </p:sp>
      <p:sp>
        <p:nvSpPr>
          <p:cNvPr id="880" name="Google Shape;880;p50"/>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81" name="Google Shape;881;p50"/>
          <p:cNvSpPr/>
          <p:nvPr>
            <p:ph idx="8" type="pic"/>
          </p:nvPr>
        </p:nvSpPr>
        <p:spPr>
          <a:xfrm>
            <a:off x="3389588" y="3489487"/>
            <a:ext cx="1643700" cy="1535100"/>
          </a:xfrm>
          <a:prstGeom prst="rect">
            <a:avLst/>
          </a:prstGeom>
          <a:noFill/>
          <a:ln>
            <a:noFill/>
          </a:ln>
        </p:spPr>
      </p:sp>
      <p:sp>
        <p:nvSpPr>
          <p:cNvPr id="882" name="Google Shape;882;p50"/>
          <p:cNvSpPr/>
          <p:nvPr>
            <p:ph idx="9" type="pic"/>
          </p:nvPr>
        </p:nvSpPr>
        <p:spPr>
          <a:xfrm>
            <a:off x="5195922" y="3489487"/>
            <a:ext cx="1643700" cy="1535100"/>
          </a:xfrm>
          <a:prstGeom prst="rect">
            <a:avLst/>
          </a:prstGeom>
          <a:noFill/>
          <a:ln>
            <a:noFill/>
          </a:ln>
        </p:spPr>
      </p:sp>
      <p:sp>
        <p:nvSpPr>
          <p:cNvPr id="883" name="Google Shape;883;p50"/>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0"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lnSpc>
                <a:spcPct val="115000"/>
              </a:lnSpc>
              <a:spcBef>
                <a:spcPts val="800"/>
              </a:spcBef>
              <a:spcAft>
                <a:spcPts val="800"/>
              </a:spcAft>
              <a:buClr>
                <a:schemeClr val="lt1"/>
              </a:buClr>
              <a:buSzPts val="1200"/>
              <a:buFont typeface="Sora"/>
              <a:buChar char="■"/>
              <a:defRPr sz="1200">
                <a:solidFill>
                  <a:schemeClr val="lt1"/>
                </a:solidFill>
                <a:latin typeface="Sora"/>
                <a:ea typeface="Sora"/>
                <a:cs typeface="Sora"/>
                <a:sym typeface="Sora"/>
              </a:defRPr>
            </a:lvl9pPr>
          </a:lstStyle>
          <a:p/>
        </p:txBody>
      </p:sp>
      <p:sp>
        <p:nvSpPr>
          <p:cNvPr id="7" name="Google Shape;7;p1"/>
          <p:cNvSpPr txBox="1"/>
          <p:nvPr>
            <p:ph type="title"/>
          </p:nvPr>
        </p:nvSpPr>
        <p:spPr>
          <a:xfrm>
            <a:off x="402800" y="197225"/>
            <a:ext cx="6537900" cy="1254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IBM Plex Sans"/>
              <a:buNone/>
              <a:defRPr sz="3000">
                <a:solidFill>
                  <a:schemeClr val="lt1"/>
                </a:solidFill>
                <a:latin typeface="IBM Plex Sans"/>
                <a:ea typeface="IBM Plex Sans"/>
                <a:cs typeface="IBM Plex Sans"/>
                <a:sym typeface="IBM Plex Sans"/>
              </a:defRPr>
            </a:lvl1pPr>
            <a:lvl2pPr lvl="1">
              <a:spcBef>
                <a:spcPts val="0"/>
              </a:spcBef>
              <a:spcAft>
                <a:spcPts val="0"/>
              </a:spcAft>
              <a:buSzPts val="3000"/>
              <a:buFont typeface="IBM Plex Sans"/>
              <a:buNone/>
              <a:defRPr sz="3000">
                <a:latin typeface="IBM Plex Sans"/>
                <a:ea typeface="IBM Plex Sans"/>
                <a:cs typeface="IBM Plex Sans"/>
                <a:sym typeface="IBM Plex Sans"/>
              </a:defRPr>
            </a:lvl2pPr>
            <a:lvl3pPr lvl="2">
              <a:spcBef>
                <a:spcPts val="0"/>
              </a:spcBef>
              <a:spcAft>
                <a:spcPts val="0"/>
              </a:spcAft>
              <a:buSzPts val="3000"/>
              <a:buFont typeface="IBM Plex Sans"/>
              <a:buNone/>
              <a:defRPr sz="3000">
                <a:latin typeface="IBM Plex Sans"/>
                <a:ea typeface="IBM Plex Sans"/>
                <a:cs typeface="IBM Plex Sans"/>
                <a:sym typeface="IBM Plex Sans"/>
              </a:defRPr>
            </a:lvl3pPr>
            <a:lvl4pPr lvl="3">
              <a:spcBef>
                <a:spcPts val="0"/>
              </a:spcBef>
              <a:spcAft>
                <a:spcPts val="0"/>
              </a:spcAft>
              <a:buSzPts val="3000"/>
              <a:buFont typeface="IBM Plex Sans"/>
              <a:buNone/>
              <a:defRPr sz="3000">
                <a:latin typeface="IBM Plex Sans"/>
                <a:ea typeface="IBM Plex Sans"/>
                <a:cs typeface="IBM Plex Sans"/>
                <a:sym typeface="IBM Plex Sans"/>
              </a:defRPr>
            </a:lvl4pPr>
            <a:lvl5pPr lvl="4">
              <a:spcBef>
                <a:spcPts val="0"/>
              </a:spcBef>
              <a:spcAft>
                <a:spcPts val="0"/>
              </a:spcAft>
              <a:buSzPts val="3000"/>
              <a:buFont typeface="IBM Plex Sans"/>
              <a:buNone/>
              <a:defRPr sz="3000">
                <a:latin typeface="IBM Plex Sans"/>
                <a:ea typeface="IBM Plex Sans"/>
                <a:cs typeface="IBM Plex Sans"/>
                <a:sym typeface="IBM Plex Sans"/>
              </a:defRPr>
            </a:lvl5pPr>
            <a:lvl6pPr lvl="5">
              <a:spcBef>
                <a:spcPts val="0"/>
              </a:spcBef>
              <a:spcAft>
                <a:spcPts val="0"/>
              </a:spcAft>
              <a:buSzPts val="3000"/>
              <a:buFont typeface="IBM Plex Sans"/>
              <a:buNone/>
              <a:defRPr sz="3000">
                <a:latin typeface="IBM Plex Sans"/>
                <a:ea typeface="IBM Plex Sans"/>
                <a:cs typeface="IBM Plex Sans"/>
                <a:sym typeface="IBM Plex Sans"/>
              </a:defRPr>
            </a:lvl6pPr>
            <a:lvl7pPr lvl="6">
              <a:spcBef>
                <a:spcPts val="0"/>
              </a:spcBef>
              <a:spcAft>
                <a:spcPts val="0"/>
              </a:spcAft>
              <a:buSzPts val="3000"/>
              <a:buFont typeface="IBM Plex Sans"/>
              <a:buNone/>
              <a:defRPr sz="3000">
                <a:latin typeface="IBM Plex Sans"/>
                <a:ea typeface="IBM Plex Sans"/>
                <a:cs typeface="IBM Plex Sans"/>
                <a:sym typeface="IBM Plex Sans"/>
              </a:defRPr>
            </a:lvl7pPr>
            <a:lvl8pPr lvl="7">
              <a:spcBef>
                <a:spcPts val="0"/>
              </a:spcBef>
              <a:spcAft>
                <a:spcPts val="0"/>
              </a:spcAft>
              <a:buSzPts val="3000"/>
              <a:buFont typeface="IBM Plex Sans"/>
              <a:buNone/>
              <a:defRPr sz="3000">
                <a:latin typeface="IBM Plex Sans"/>
                <a:ea typeface="IBM Plex Sans"/>
                <a:cs typeface="IBM Plex Sans"/>
                <a:sym typeface="IBM Plex Sans"/>
              </a:defRPr>
            </a:lvl8pPr>
            <a:lvl9pPr lvl="8">
              <a:spcBef>
                <a:spcPts val="0"/>
              </a:spcBef>
              <a:spcAft>
                <a:spcPts val="0"/>
              </a:spcAft>
              <a:buSzPts val="3000"/>
              <a:buFont typeface="IBM Plex Sans"/>
              <a:buNone/>
              <a:defRPr sz="3000">
                <a:latin typeface="IBM Plex Sans"/>
                <a:ea typeface="IBM Plex Sans"/>
                <a:cs typeface="IBM Plex Sans"/>
                <a:sym typeface="IBM Plex Sans"/>
              </a:defRPr>
            </a:lvl9pPr>
          </a:lstStyle>
          <a:p/>
        </p:txBody>
      </p:sp>
      <p:sp>
        <p:nvSpPr>
          <p:cNvPr id="8" name="Google Shape;8;p1"/>
          <p:cNvSpPr txBox="1"/>
          <p:nvPr>
            <p:ph idx="2" type="body"/>
          </p:nvPr>
        </p:nvSpPr>
        <p:spPr>
          <a:xfrm>
            <a:off x="3439325" y="1502775"/>
            <a:ext cx="5344800" cy="24399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xml"/><Relationship Id="rId3" Type="http://schemas.openxmlformats.org/officeDocument/2006/relationships/hyperlink" Target="https://ieeexplore.ieee.org/abstract/document/8588071" TargetMode="External"/><Relationship Id="rId4" Type="http://schemas.openxmlformats.org/officeDocument/2006/relationships/hyperlink" Target="https://www.kaggle.com/code/amerii/spacenet-7-creating-image-chips-and-masks" TargetMode="External"/><Relationship Id="rId5" Type="http://schemas.openxmlformats.org/officeDocument/2006/relationships/hyperlink" Target="https://www.liebertpub.com/doi/full/10.1089/big.2014.0061" TargetMode="External"/><Relationship Id="rId6" Type="http://schemas.openxmlformats.org/officeDocument/2006/relationships/hyperlink" Target="https://www.kaggle.com/code/anwesha1998/spacenet-7-change-detection-study-project#Model-Setup"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p51"/>
          <p:cNvSpPr txBox="1"/>
          <p:nvPr>
            <p:ph type="title"/>
          </p:nvPr>
        </p:nvSpPr>
        <p:spPr>
          <a:xfrm>
            <a:off x="74600" y="2891050"/>
            <a:ext cx="5876700" cy="1440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dk2"/>
                </a:solidFill>
              </a:rPr>
              <a:t>Final Project Presentation</a:t>
            </a:r>
            <a:endParaRPr>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 name="Shape 892"/>
        <p:cNvGrpSpPr/>
        <p:nvPr/>
      </p:nvGrpSpPr>
      <p:grpSpPr>
        <a:xfrm>
          <a:off x="0" y="0"/>
          <a:ext cx="0" cy="0"/>
          <a:chOff x="0" y="0"/>
          <a:chExt cx="0" cy="0"/>
        </a:xfrm>
      </p:grpSpPr>
      <p:sp>
        <p:nvSpPr>
          <p:cNvPr id="893" name="Google Shape;893;p52"/>
          <p:cNvSpPr txBox="1"/>
          <p:nvPr>
            <p:ph idx="2" type="body"/>
          </p:nvPr>
        </p:nvSpPr>
        <p:spPr>
          <a:xfrm>
            <a:off x="4379375" y="282800"/>
            <a:ext cx="3033300" cy="4014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000000"/>
                </a:solidFill>
                <a:latin typeface="Arial"/>
                <a:ea typeface="Arial"/>
                <a:cs typeface="Arial"/>
                <a:sym typeface="Arial"/>
              </a:rPr>
              <a:t>Project Goal</a:t>
            </a:r>
            <a:endParaRPr b="1" sz="1100">
              <a:solidFill>
                <a:srgbClr val="000000"/>
              </a:solidFill>
              <a:latin typeface="Arial"/>
              <a:ea typeface="Arial"/>
              <a:cs typeface="Arial"/>
              <a:sym typeface="Arial"/>
            </a:endParaRPr>
          </a:p>
          <a:p>
            <a:pPr indent="0" lvl="0" marL="0" rtl="0" algn="l">
              <a:spcBef>
                <a:spcPts val="0"/>
              </a:spcBef>
              <a:spcAft>
                <a:spcPts val="0"/>
              </a:spcAft>
              <a:buNone/>
            </a:pPr>
            <a:r>
              <a:rPr lang="en" sz="1100">
                <a:solidFill>
                  <a:srgbClr val="000000"/>
                </a:solidFill>
                <a:latin typeface="Arial"/>
                <a:ea typeface="Arial"/>
                <a:cs typeface="Arial"/>
                <a:sym typeface="Arial"/>
              </a:rPr>
              <a:t>Automatically identify building footprints in satellite imagery using deep learning.</a:t>
            </a:r>
            <a:endParaRPr b="1" sz="1800">
              <a:latin typeface="IBM Plex Sans"/>
              <a:ea typeface="IBM Plex Sans"/>
              <a:cs typeface="IBM Plex Sans"/>
              <a:sym typeface="IBM Plex Sans"/>
            </a:endParaRPr>
          </a:p>
          <a:p>
            <a:pPr indent="0" lvl="0" marL="0" rtl="0" algn="l">
              <a:spcBef>
                <a:spcPts val="0"/>
              </a:spcBef>
              <a:spcAft>
                <a:spcPts val="0"/>
              </a:spcAft>
              <a:buNone/>
            </a:pPr>
            <a:r>
              <a:t/>
            </a:r>
            <a:endParaRPr b="1" sz="1600">
              <a:latin typeface="IBM Plex Sans"/>
              <a:ea typeface="IBM Plex Sans"/>
              <a:cs typeface="IBM Plex Sans"/>
              <a:sym typeface="IBM Plex Sans"/>
            </a:endParaRPr>
          </a:p>
          <a:p>
            <a:pPr indent="0" lvl="0" marL="0" rtl="0" algn="l">
              <a:spcBef>
                <a:spcPts val="0"/>
              </a:spcBef>
              <a:spcAft>
                <a:spcPts val="0"/>
              </a:spcAft>
              <a:buNone/>
            </a:pPr>
            <a:r>
              <a:rPr b="1" lang="en" sz="1100">
                <a:solidFill>
                  <a:srgbClr val="000000"/>
                </a:solidFill>
                <a:latin typeface="Arial"/>
                <a:ea typeface="Arial"/>
                <a:cs typeface="Arial"/>
                <a:sym typeface="Arial"/>
              </a:rPr>
              <a:t>Motivation</a:t>
            </a:r>
            <a:endParaRPr b="1" sz="1100">
              <a:solidFill>
                <a:srgbClr val="000000"/>
              </a:solidFill>
              <a:latin typeface="Arial"/>
              <a:ea typeface="Arial"/>
              <a:cs typeface="Arial"/>
              <a:sym typeface="Arial"/>
            </a:endParaRPr>
          </a:p>
          <a:p>
            <a:pPr indent="0" lvl="0" marL="0" rtl="0" algn="l">
              <a:spcBef>
                <a:spcPts val="0"/>
              </a:spcBef>
              <a:spcAft>
                <a:spcPts val="0"/>
              </a:spcAft>
              <a:buNone/>
            </a:pPr>
            <a:r>
              <a:rPr lang="en" sz="1100">
                <a:solidFill>
                  <a:srgbClr val="000000"/>
                </a:solidFill>
                <a:latin typeface="Arial"/>
                <a:ea typeface="Arial"/>
                <a:cs typeface="Arial"/>
                <a:sym typeface="Arial"/>
              </a:rPr>
              <a:t>Accurate building detection supports city planning, infrastructure assessment, and urban-growth analysis.</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 sz="1100">
                <a:solidFill>
                  <a:srgbClr val="000000"/>
                </a:solidFill>
                <a:latin typeface="Arial"/>
                <a:ea typeface="Arial"/>
                <a:cs typeface="Arial"/>
                <a:sym typeface="Arial"/>
              </a:rPr>
              <a:t>Dataset</a:t>
            </a:r>
            <a:br>
              <a:rPr b="1"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SpaceNet-7 multitemporal satellite imagery with building-footprint annotations.</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 sz="1100">
                <a:solidFill>
                  <a:srgbClr val="000000"/>
                </a:solidFill>
                <a:latin typeface="Arial"/>
                <a:ea typeface="Arial"/>
                <a:cs typeface="Arial"/>
                <a:sym typeface="Arial"/>
              </a:rPr>
              <a:t>Approach</a:t>
            </a:r>
            <a:br>
              <a:rPr b="1"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Train a U-Net CNN to perform pixel-level segmentation of buildings.</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 sz="1100">
                <a:solidFill>
                  <a:srgbClr val="000000"/>
                </a:solidFill>
                <a:latin typeface="Arial"/>
                <a:ea typeface="Arial"/>
                <a:cs typeface="Arial"/>
                <a:sym typeface="Arial"/>
              </a:rPr>
              <a:t>Outcome</a:t>
            </a:r>
            <a:br>
              <a:rPr b="1"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Model produces building masks that capture major structures and general urban form.</a:t>
            </a:r>
            <a:endParaRPr sz="1100">
              <a:solidFill>
                <a:srgbClr val="000000"/>
              </a:solidFill>
              <a:latin typeface="Arial"/>
              <a:ea typeface="Arial"/>
              <a:cs typeface="Arial"/>
              <a:sym typeface="Arial"/>
            </a:endParaRPr>
          </a:p>
          <a:p>
            <a:pPr indent="0" lvl="0" marL="0" rtl="0" algn="l">
              <a:spcBef>
                <a:spcPts val="1200"/>
              </a:spcBef>
              <a:spcAft>
                <a:spcPts val="0"/>
              </a:spcAft>
              <a:buNone/>
            </a:pPr>
            <a:r>
              <a:t/>
            </a:r>
            <a:endParaRPr sz="1100">
              <a:solidFill>
                <a:srgbClr val="000000"/>
              </a:solidFill>
              <a:latin typeface="Arial"/>
              <a:ea typeface="Arial"/>
              <a:cs typeface="Arial"/>
              <a:sym typeface="Arial"/>
            </a:endParaRPr>
          </a:p>
          <a:p>
            <a:pPr indent="0" lvl="0" marL="0" rtl="0" algn="l">
              <a:spcBef>
                <a:spcPts val="0"/>
              </a:spcBef>
              <a:spcAft>
                <a:spcPts val="0"/>
              </a:spcAft>
              <a:buNone/>
            </a:pPr>
            <a:r>
              <a:t/>
            </a:r>
            <a:endParaRPr b="1" sz="1600">
              <a:latin typeface="IBM Plex Sans"/>
              <a:ea typeface="IBM Plex Sans"/>
              <a:cs typeface="IBM Plex Sans"/>
              <a:sym typeface="IBM Plex Sans"/>
            </a:endParaRPr>
          </a:p>
        </p:txBody>
      </p:sp>
      <p:sp>
        <p:nvSpPr>
          <p:cNvPr id="894" name="Google Shape;894;p52"/>
          <p:cNvSpPr txBox="1"/>
          <p:nvPr>
            <p:ph idx="3" type="title"/>
          </p:nvPr>
        </p:nvSpPr>
        <p:spPr>
          <a:xfrm>
            <a:off x="115025" y="502775"/>
            <a:ext cx="2846100" cy="7389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a:t>Introduction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8" name="Shape 898"/>
        <p:cNvGrpSpPr/>
        <p:nvPr/>
      </p:nvGrpSpPr>
      <p:grpSpPr>
        <a:xfrm>
          <a:off x="0" y="0"/>
          <a:ext cx="0" cy="0"/>
          <a:chOff x="0" y="0"/>
          <a:chExt cx="0" cy="0"/>
        </a:xfrm>
      </p:grpSpPr>
      <p:cxnSp>
        <p:nvCxnSpPr>
          <p:cNvPr id="899" name="Google Shape;899;p53"/>
          <p:cNvCxnSpPr/>
          <p:nvPr/>
        </p:nvCxnSpPr>
        <p:spPr>
          <a:xfrm>
            <a:off x="682863" y="2676625"/>
            <a:ext cx="7683000" cy="0"/>
          </a:xfrm>
          <a:prstGeom prst="straightConnector1">
            <a:avLst/>
          </a:prstGeom>
          <a:noFill/>
          <a:ln cap="flat" cmpd="sng" w="9525">
            <a:solidFill>
              <a:schemeClr val="accent5"/>
            </a:solidFill>
            <a:prstDash val="solid"/>
            <a:round/>
            <a:headEnd len="med" w="med" type="none"/>
            <a:tailEnd len="med" w="med" type="none"/>
          </a:ln>
        </p:spPr>
      </p:cxnSp>
      <p:sp>
        <p:nvSpPr>
          <p:cNvPr id="900" name="Google Shape;900;p53"/>
          <p:cNvSpPr/>
          <p:nvPr/>
        </p:nvSpPr>
        <p:spPr>
          <a:xfrm>
            <a:off x="2350300" y="2496026"/>
            <a:ext cx="361200" cy="361200"/>
          </a:xfrm>
          <a:prstGeom prst="ellipse">
            <a:avLst/>
          </a:prstGeom>
          <a:solidFill>
            <a:schemeClr val="accent3"/>
          </a:solidFill>
          <a:ln>
            <a:noFill/>
          </a:ln>
          <a:effectLst>
            <a:outerShdw blurRad="328613" rotWithShape="0" algn="bl" dir="2700000" dist="28575">
              <a:schemeClr val="accent3">
                <a:alpha val="56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01" name="Google Shape;901;p53"/>
          <p:cNvSpPr/>
          <p:nvPr/>
        </p:nvSpPr>
        <p:spPr>
          <a:xfrm>
            <a:off x="4215088" y="2496026"/>
            <a:ext cx="361200" cy="361200"/>
          </a:xfrm>
          <a:prstGeom prst="ellipse">
            <a:avLst/>
          </a:prstGeom>
          <a:solidFill>
            <a:schemeClr val="lt2"/>
          </a:solidFill>
          <a:ln>
            <a:noFill/>
          </a:ln>
          <a:effectLst>
            <a:outerShdw blurRad="342900" rotWithShape="0" algn="bl" dir="5400000" dist="38100">
              <a:schemeClr val="accent1">
                <a:alpha val="5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02" name="Google Shape;902;p53"/>
          <p:cNvSpPr/>
          <p:nvPr/>
        </p:nvSpPr>
        <p:spPr>
          <a:xfrm>
            <a:off x="621400" y="2496026"/>
            <a:ext cx="361200" cy="361200"/>
          </a:xfrm>
          <a:prstGeom prst="ellipse">
            <a:avLst/>
          </a:prstGeom>
          <a:solidFill>
            <a:schemeClr val="accent4"/>
          </a:solidFill>
          <a:ln>
            <a:noFill/>
          </a:ln>
          <a:effectLst>
            <a:outerShdw blurRad="328613" rotWithShape="0" algn="bl" dir="2700000" dist="28575">
              <a:schemeClr val="accent4">
                <a:alpha val="56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03" name="Google Shape;903;p53"/>
          <p:cNvSpPr/>
          <p:nvPr/>
        </p:nvSpPr>
        <p:spPr>
          <a:xfrm>
            <a:off x="6089013" y="2496033"/>
            <a:ext cx="361200" cy="361200"/>
          </a:xfrm>
          <a:prstGeom prst="ellipse">
            <a:avLst/>
          </a:prstGeom>
          <a:solidFill>
            <a:schemeClr val="accent2"/>
          </a:solidFill>
          <a:ln>
            <a:noFill/>
          </a:ln>
          <a:effectLst>
            <a:outerShdw blurRad="485775" rotWithShape="0" algn="bl" dir="7800000" dist="76200">
              <a:schemeClr val="accent2">
                <a:alpha val="5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04" name="Google Shape;904;p53"/>
          <p:cNvSpPr/>
          <p:nvPr/>
        </p:nvSpPr>
        <p:spPr>
          <a:xfrm>
            <a:off x="7730567" y="2263523"/>
            <a:ext cx="825900" cy="826200"/>
          </a:xfrm>
          <a:prstGeom prst="ellipse">
            <a:avLst/>
          </a:prstGeom>
          <a:solidFill>
            <a:schemeClr val="accent1"/>
          </a:solidFill>
          <a:ln>
            <a:noFill/>
          </a:ln>
          <a:effectLst>
            <a:outerShdw blurRad="342900" rotWithShape="0" algn="bl" dir="5400000" dist="38100">
              <a:schemeClr val="accent1">
                <a:alpha val="5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05" name="Google Shape;905;p53"/>
          <p:cNvSpPr txBox="1"/>
          <p:nvPr>
            <p:ph idx="5" type="title"/>
          </p:nvPr>
        </p:nvSpPr>
        <p:spPr>
          <a:xfrm>
            <a:off x="148300" y="2031200"/>
            <a:ext cx="1374600" cy="361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Information Gathering</a:t>
            </a:r>
            <a:endParaRPr/>
          </a:p>
        </p:txBody>
      </p:sp>
      <p:sp>
        <p:nvSpPr>
          <p:cNvPr id="906" name="Google Shape;906;p53"/>
          <p:cNvSpPr txBox="1"/>
          <p:nvPr>
            <p:ph idx="3" type="title"/>
          </p:nvPr>
        </p:nvSpPr>
        <p:spPr>
          <a:xfrm>
            <a:off x="1935850" y="2134825"/>
            <a:ext cx="1190100" cy="361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Prototype</a:t>
            </a:r>
            <a:endParaRPr/>
          </a:p>
        </p:txBody>
      </p:sp>
      <p:sp>
        <p:nvSpPr>
          <p:cNvPr id="907" name="Google Shape;907;p53"/>
          <p:cNvSpPr txBox="1"/>
          <p:nvPr>
            <p:ph idx="4" type="title"/>
          </p:nvPr>
        </p:nvSpPr>
        <p:spPr>
          <a:xfrm>
            <a:off x="3987313" y="2134825"/>
            <a:ext cx="825900" cy="361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Training</a:t>
            </a:r>
            <a:endParaRPr/>
          </a:p>
        </p:txBody>
      </p:sp>
      <p:sp>
        <p:nvSpPr>
          <p:cNvPr id="908" name="Google Shape;908;p53"/>
          <p:cNvSpPr txBox="1"/>
          <p:nvPr>
            <p:ph idx="6" type="title"/>
          </p:nvPr>
        </p:nvSpPr>
        <p:spPr>
          <a:xfrm>
            <a:off x="5800002" y="2134825"/>
            <a:ext cx="943800" cy="361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Evaluation</a:t>
            </a:r>
            <a:endParaRPr/>
          </a:p>
        </p:txBody>
      </p:sp>
      <p:sp>
        <p:nvSpPr>
          <p:cNvPr id="909" name="Google Shape;909;p53"/>
          <p:cNvSpPr txBox="1"/>
          <p:nvPr>
            <p:ph idx="7" type="title"/>
          </p:nvPr>
        </p:nvSpPr>
        <p:spPr>
          <a:xfrm>
            <a:off x="7548474" y="1797200"/>
            <a:ext cx="1190100" cy="361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Final Adjustments</a:t>
            </a:r>
            <a:endParaRPr/>
          </a:p>
        </p:txBody>
      </p:sp>
      <p:sp>
        <p:nvSpPr>
          <p:cNvPr id="910" name="Google Shape;910;p53"/>
          <p:cNvSpPr txBox="1"/>
          <p:nvPr>
            <p:ph idx="1" type="body"/>
          </p:nvPr>
        </p:nvSpPr>
        <p:spPr>
          <a:xfrm>
            <a:off x="148300" y="2960850"/>
            <a:ext cx="1374600" cy="1056300"/>
          </a:xfrm>
          <a:prstGeom prst="rect">
            <a:avLst/>
          </a:prstGeom>
        </p:spPr>
        <p:txBody>
          <a:bodyPr anchorCtr="0" anchor="t" bIns="91425" lIns="91425" spcFirstLastPara="1" rIns="91425" wrap="square" tIns="91425">
            <a:normAutofit lnSpcReduction="20000"/>
          </a:bodyPr>
          <a:lstStyle/>
          <a:p>
            <a:pPr indent="0" lvl="0" marL="0" rtl="0" algn="ctr">
              <a:lnSpc>
                <a:spcPct val="115000"/>
              </a:lnSpc>
              <a:spcBef>
                <a:spcPts val="0"/>
              </a:spcBef>
              <a:spcAft>
                <a:spcPts val="0"/>
              </a:spcAft>
              <a:buNone/>
            </a:pPr>
            <a:r>
              <a:rPr lang="en"/>
              <a:t>Built up knowledge about our Dataset, what needed to be modified and processed</a:t>
            </a:r>
            <a:endParaRPr/>
          </a:p>
        </p:txBody>
      </p:sp>
      <p:sp>
        <p:nvSpPr>
          <p:cNvPr id="911" name="Google Shape;911;p53"/>
          <p:cNvSpPr txBox="1"/>
          <p:nvPr>
            <p:ph type="title"/>
          </p:nvPr>
        </p:nvSpPr>
        <p:spPr>
          <a:xfrm>
            <a:off x="115025" y="502775"/>
            <a:ext cx="5829000" cy="68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Timeline</a:t>
            </a:r>
            <a:endParaRPr/>
          </a:p>
        </p:txBody>
      </p:sp>
      <p:sp>
        <p:nvSpPr>
          <p:cNvPr id="912" name="Google Shape;912;p53"/>
          <p:cNvSpPr txBox="1"/>
          <p:nvPr>
            <p:ph idx="8" type="body"/>
          </p:nvPr>
        </p:nvSpPr>
        <p:spPr>
          <a:xfrm>
            <a:off x="3601450" y="2960850"/>
            <a:ext cx="1579500" cy="1056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Trained the model for the first iteration and analyzed performance to see what it was missing</a:t>
            </a:r>
            <a:endParaRPr/>
          </a:p>
        </p:txBody>
      </p:sp>
      <p:sp>
        <p:nvSpPr>
          <p:cNvPr id="913" name="Google Shape;913;p53"/>
          <p:cNvSpPr txBox="1"/>
          <p:nvPr>
            <p:ph idx="9" type="body"/>
          </p:nvPr>
        </p:nvSpPr>
        <p:spPr>
          <a:xfrm>
            <a:off x="5565675" y="2960850"/>
            <a:ext cx="1487700" cy="1056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After editing the training we gave it </a:t>
            </a:r>
            <a:r>
              <a:rPr lang="en"/>
              <a:t>withheld</a:t>
            </a:r>
            <a:r>
              <a:rPr lang="en"/>
              <a:t> data to measure how it performs</a:t>
            </a:r>
            <a:endParaRPr/>
          </a:p>
        </p:txBody>
      </p:sp>
      <p:sp>
        <p:nvSpPr>
          <p:cNvPr id="914" name="Google Shape;914;p53"/>
          <p:cNvSpPr txBox="1"/>
          <p:nvPr>
            <p:ph idx="14" type="body"/>
          </p:nvPr>
        </p:nvSpPr>
        <p:spPr>
          <a:xfrm>
            <a:off x="1842125" y="2960850"/>
            <a:ext cx="1374600" cy="1056300"/>
          </a:xfrm>
          <a:prstGeom prst="rect">
            <a:avLst/>
          </a:prstGeom>
        </p:spPr>
        <p:txBody>
          <a:bodyPr anchorCtr="0" anchor="t" bIns="91425" lIns="91425" spcFirstLastPara="1" rIns="91425" wrap="square" tIns="91425">
            <a:normAutofit lnSpcReduction="20000"/>
          </a:bodyPr>
          <a:lstStyle/>
          <a:p>
            <a:pPr indent="0" lvl="0" marL="0" rtl="0" algn="ctr">
              <a:spcBef>
                <a:spcPts val="0"/>
              </a:spcBef>
              <a:spcAft>
                <a:spcPts val="0"/>
              </a:spcAft>
              <a:buNone/>
            </a:pPr>
            <a:r>
              <a:rPr lang="en"/>
              <a:t>Working </a:t>
            </a:r>
            <a:r>
              <a:rPr lang="en"/>
              <a:t>prototype</a:t>
            </a:r>
            <a:r>
              <a:rPr lang="en"/>
              <a:t> </a:t>
            </a:r>
            <a:r>
              <a:rPr lang="en"/>
              <a:t>using architecture we discovered in a kaggle notebook and made modifications</a:t>
            </a:r>
            <a:endParaRPr/>
          </a:p>
        </p:txBody>
      </p:sp>
      <p:sp>
        <p:nvSpPr>
          <p:cNvPr id="915" name="Google Shape;915;p53"/>
          <p:cNvSpPr txBox="1"/>
          <p:nvPr>
            <p:ph idx="13" type="body"/>
          </p:nvPr>
        </p:nvSpPr>
        <p:spPr>
          <a:xfrm>
            <a:off x="7346300" y="3194850"/>
            <a:ext cx="1649400" cy="1439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By the end adjusted some hyperparameters to find a good fit for training and optimize our best model</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sp>
        <p:nvSpPr>
          <p:cNvPr id="920" name="Google Shape;920;p54"/>
          <p:cNvSpPr/>
          <p:nvPr/>
        </p:nvSpPr>
        <p:spPr>
          <a:xfrm rot="10800000">
            <a:off x="473801" y="1307768"/>
            <a:ext cx="776997" cy="1550370"/>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2"/>
              </a:gs>
              <a:gs pos="58000">
                <a:schemeClr val="lt2"/>
              </a:gs>
              <a:gs pos="100000">
                <a:schemeClr val="lt2"/>
              </a:gs>
            </a:gsLst>
            <a:lin ang="13500032" scaled="0"/>
          </a:gradFill>
          <a:ln>
            <a:noFill/>
          </a:ln>
        </p:spPr>
        <p:txBody>
          <a:bodyPr anchorCtr="0" anchor="ctr" bIns="112325" lIns="112325" spcFirstLastPara="1" rIns="112325" wrap="square" tIns="112325">
            <a:noAutofit/>
          </a:bodyPr>
          <a:lstStyle/>
          <a:p>
            <a:pPr indent="0" lvl="0" marL="0" rtl="0" algn="l">
              <a:spcBef>
                <a:spcPts val="0"/>
              </a:spcBef>
              <a:spcAft>
                <a:spcPts val="0"/>
              </a:spcAft>
              <a:buNone/>
            </a:pPr>
            <a:r>
              <a:t/>
            </a:r>
            <a:endParaRPr sz="1720">
              <a:solidFill>
                <a:schemeClr val="lt1"/>
              </a:solidFill>
              <a:latin typeface="Sora"/>
              <a:ea typeface="Sora"/>
              <a:cs typeface="Sora"/>
              <a:sym typeface="Sora"/>
            </a:endParaRPr>
          </a:p>
        </p:txBody>
      </p:sp>
      <p:sp>
        <p:nvSpPr>
          <p:cNvPr id="921" name="Google Shape;921;p54"/>
          <p:cNvSpPr/>
          <p:nvPr/>
        </p:nvSpPr>
        <p:spPr>
          <a:xfrm>
            <a:off x="509386" y="2966211"/>
            <a:ext cx="4058700" cy="15504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112350" lIns="112350" spcFirstLastPara="1" rIns="112350" wrap="square" tIns="112350">
            <a:noAutofit/>
          </a:bodyPr>
          <a:lstStyle/>
          <a:p>
            <a:pPr indent="0" lvl="0" marL="0" rtl="0" algn="ctr">
              <a:spcBef>
                <a:spcPts val="0"/>
              </a:spcBef>
              <a:spcAft>
                <a:spcPts val="0"/>
              </a:spcAft>
              <a:buNone/>
            </a:pPr>
            <a:r>
              <a:t/>
            </a:r>
            <a:endParaRPr sz="1720">
              <a:solidFill>
                <a:schemeClr val="lt1"/>
              </a:solidFill>
              <a:latin typeface="Sora"/>
              <a:ea typeface="Sora"/>
              <a:cs typeface="Sora"/>
              <a:sym typeface="Sora"/>
            </a:endParaRPr>
          </a:p>
        </p:txBody>
      </p:sp>
      <p:sp>
        <p:nvSpPr>
          <p:cNvPr id="922" name="Google Shape;922;p54"/>
          <p:cNvSpPr/>
          <p:nvPr/>
        </p:nvSpPr>
        <p:spPr>
          <a:xfrm rot="10800000">
            <a:off x="473068" y="2966136"/>
            <a:ext cx="777124" cy="155062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2"/>
              </a:gs>
              <a:gs pos="58000">
                <a:schemeClr val="lt2"/>
              </a:gs>
              <a:gs pos="100000">
                <a:schemeClr val="lt2"/>
              </a:gs>
            </a:gsLst>
            <a:lin ang="13500032" scaled="0"/>
          </a:gradFill>
          <a:ln>
            <a:noFill/>
          </a:ln>
        </p:spPr>
        <p:txBody>
          <a:bodyPr anchorCtr="0" anchor="ctr" bIns="112350" lIns="112350" spcFirstLastPara="1" rIns="112350" wrap="square" tIns="112350">
            <a:noAutofit/>
          </a:bodyPr>
          <a:lstStyle/>
          <a:p>
            <a:pPr indent="0" lvl="0" marL="0" rtl="0" algn="l">
              <a:spcBef>
                <a:spcPts val="0"/>
              </a:spcBef>
              <a:spcAft>
                <a:spcPts val="0"/>
              </a:spcAft>
              <a:buNone/>
            </a:pPr>
            <a:r>
              <a:t/>
            </a:r>
            <a:endParaRPr sz="1720">
              <a:solidFill>
                <a:schemeClr val="lt1"/>
              </a:solidFill>
              <a:latin typeface="Sora"/>
              <a:ea typeface="Sora"/>
              <a:cs typeface="Sora"/>
              <a:sym typeface="Sora"/>
            </a:endParaRPr>
          </a:p>
        </p:txBody>
      </p:sp>
      <p:sp>
        <p:nvSpPr>
          <p:cNvPr id="923" name="Google Shape;923;p54"/>
          <p:cNvSpPr/>
          <p:nvPr/>
        </p:nvSpPr>
        <p:spPr>
          <a:xfrm>
            <a:off x="4705866" y="1293600"/>
            <a:ext cx="4095300" cy="15645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113350" lIns="113350" spcFirstLastPara="1" rIns="113350" wrap="square" tIns="113350">
            <a:noAutofit/>
          </a:bodyPr>
          <a:lstStyle/>
          <a:p>
            <a:pPr indent="0" lvl="0" marL="0" rtl="0" algn="ctr">
              <a:spcBef>
                <a:spcPts val="0"/>
              </a:spcBef>
              <a:spcAft>
                <a:spcPts val="0"/>
              </a:spcAft>
              <a:buNone/>
            </a:pPr>
            <a:r>
              <a:t/>
            </a:r>
            <a:endParaRPr sz="1735">
              <a:solidFill>
                <a:schemeClr val="lt1"/>
              </a:solidFill>
              <a:latin typeface="Sora"/>
              <a:ea typeface="Sora"/>
              <a:cs typeface="Sora"/>
              <a:sym typeface="Sora"/>
            </a:endParaRPr>
          </a:p>
        </p:txBody>
      </p:sp>
      <p:sp>
        <p:nvSpPr>
          <p:cNvPr id="924" name="Google Shape;924;p54"/>
          <p:cNvSpPr/>
          <p:nvPr/>
        </p:nvSpPr>
        <p:spPr>
          <a:xfrm rot="10800000">
            <a:off x="4672223" y="1293634"/>
            <a:ext cx="766562" cy="1564504"/>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2"/>
              </a:gs>
              <a:gs pos="58000">
                <a:schemeClr val="lt2"/>
              </a:gs>
              <a:gs pos="100000">
                <a:schemeClr val="lt2"/>
              </a:gs>
            </a:gsLst>
            <a:lin ang="13500032" scaled="0"/>
          </a:gradFill>
          <a:ln>
            <a:noFill/>
          </a:ln>
        </p:spPr>
        <p:txBody>
          <a:bodyPr anchorCtr="0" anchor="ctr" bIns="113350" lIns="113350" spcFirstLastPara="1" rIns="113350" wrap="square" tIns="113350">
            <a:noAutofit/>
          </a:bodyPr>
          <a:lstStyle/>
          <a:p>
            <a:pPr indent="0" lvl="0" marL="0" rtl="0" algn="l">
              <a:spcBef>
                <a:spcPts val="0"/>
              </a:spcBef>
              <a:spcAft>
                <a:spcPts val="0"/>
              </a:spcAft>
              <a:buNone/>
            </a:pPr>
            <a:r>
              <a:t/>
            </a:r>
            <a:endParaRPr sz="1735">
              <a:solidFill>
                <a:schemeClr val="lt1"/>
              </a:solidFill>
              <a:latin typeface="Sora"/>
              <a:ea typeface="Sora"/>
              <a:cs typeface="Sora"/>
              <a:sym typeface="Sora"/>
            </a:endParaRPr>
          </a:p>
        </p:txBody>
      </p:sp>
      <p:sp>
        <p:nvSpPr>
          <p:cNvPr id="925" name="Google Shape;925;p54"/>
          <p:cNvSpPr/>
          <p:nvPr/>
        </p:nvSpPr>
        <p:spPr>
          <a:xfrm>
            <a:off x="4707568" y="2966212"/>
            <a:ext cx="4095000" cy="15645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113350" lIns="113350" spcFirstLastPara="1" rIns="113350" wrap="square" tIns="113350">
            <a:noAutofit/>
          </a:bodyPr>
          <a:lstStyle/>
          <a:p>
            <a:pPr indent="0" lvl="0" marL="0" rtl="0" algn="ctr">
              <a:spcBef>
                <a:spcPts val="0"/>
              </a:spcBef>
              <a:spcAft>
                <a:spcPts val="0"/>
              </a:spcAft>
              <a:buNone/>
            </a:pPr>
            <a:r>
              <a:t/>
            </a:r>
            <a:endParaRPr sz="1735">
              <a:solidFill>
                <a:schemeClr val="lt1"/>
              </a:solidFill>
              <a:latin typeface="Sora"/>
              <a:ea typeface="Sora"/>
              <a:cs typeface="Sora"/>
              <a:sym typeface="Sora"/>
            </a:endParaRPr>
          </a:p>
        </p:txBody>
      </p:sp>
      <p:sp>
        <p:nvSpPr>
          <p:cNvPr id="926" name="Google Shape;926;p54"/>
          <p:cNvSpPr/>
          <p:nvPr/>
        </p:nvSpPr>
        <p:spPr>
          <a:xfrm rot="10800000">
            <a:off x="4665164" y="2966171"/>
            <a:ext cx="784081" cy="1564504"/>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2"/>
              </a:gs>
              <a:gs pos="58000">
                <a:schemeClr val="lt2"/>
              </a:gs>
              <a:gs pos="100000">
                <a:schemeClr val="lt2"/>
              </a:gs>
            </a:gsLst>
            <a:lin ang="13500032" scaled="0"/>
          </a:gradFill>
          <a:ln>
            <a:noFill/>
          </a:ln>
        </p:spPr>
        <p:txBody>
          <a:bodyPr anchorCtr="0" anchor="ctr" bIns="113350" lIns="113350" spcFirstLastPara="1" rIns="113350" wrap="square" tIns="113350">
            <a:noAutofit/>
          </a:bodyPr>
          <a:lstStyle/>
          <a:p>
            <a:pPr indent="0" lvl="0" marL="0" rtl="0" algn="l">
              <a:spcBef>
                <a:spcPts val="0"/>
              </a:spcBef>
              <a:spcAft>
                <a:spcPts val="0"/>
              </a:spcAft>
              <a:buNone/>
            </a:pPr>
            <a:r>
              <a:t/>
            </a:r>
            <a:endParaRPr sz="1735">
              <a:solidFill>
                <a:schemeClr val="lt1"/>
              </a:solidFill>
              <a:latin typeface="Sora"/>
              <a:ea typeface="Sora"/>
              <a:cs typeface="Sora"/>
              <a:sym typeface="Sora"/>
            </a:endParaRPr>
          </a:p>
        </p:txBody>
      </p:sp>
      <p:sp>
        <p:nvSpPr>
          <p:cNvPr id="927" name="Google Shape;927;p54"/>
          <p:cNvSpPr/>
          <p:nvPr/>
        </p:nvSpPr>
        <p:spPr>
          <a:xfrm>
            <a:off x="473817" y="1307800"/>
            <a:ext cx="4094100" cy="15501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112325" lIns="112325" spcFirstLastPara="1" rIns="112325" wrap="square" tIns="112325">
            <a:noAutofit/>
          </a:bodyPr>
          <a:lstStyle/>
          <a:p>
            <a:pPr indent="0" lvl="0" marL="0" rtl="0" algn="ctr">
              <a:spcBef>
                <a:spcPts val="0"/>
              </a:spcBef>
              <a:spcAft>
                <a:spcPts val="0"/>
              </a:spcAft>
              <a:buNone/>
            </a:pPr>
            <a:r>
              <a:t/>
            </a:r>
            <a:endParaRPr sz="1720">
              <a:solidFill>
                <a:schemeClr val="lt1"/>
              </a:solidFill>
              <a:latin typeface="Sora"/>
              <a:ea typeface="Sora"/>
              <a:cs typeface="Sora"/>
              <a:sym typeface="Sora"/>
            </a:endParaRPr>
          </a:p>
        </p:txBody>
      </p:sp>
      <p:sp>
        <p:nvSpPr>
          <p:cNvPr id="928" name="Google Shape;928;p54"/>
          <p:cNvSpPr txBox="1"/>
          <p:nvPr>
            <p:ph idx="8" type="subTitle"/>
          </p:nvPr>
        </p:nvSpPr>
        <p:spPr>
          <a:xfrm>
            <a:off x="1250192" y="3084083"/>
            <a:ext cx="2942700" cy="453900"/>
          </a:xfrm>
          <a:prstGeom prst="rect">
            <a:avLst/>
          </a:prstGeom>
        </p:spPr>
        <p:txBody>
          <a:bodyPr anchorCtr="0" anchor="t" bIns="112350" lIns="112350" spcFirstLastPara="1" rIns="112350" wrap="square" tIns="112350">
            <a:spAutoFit/>
          </a:bodyPr>
          <a:lstStyle/>
          <a:p>
            <a:pPr indent="0" lvl="0" marL="0" rtl="0" algn="l">
              <a:lnSpc>
                <a:spcPct val="115000"/>
              </a:lnSpc>
              <a:spcBef>
                <a:spcPts val="0"/>
              </a:spcBef>
              <a:spcAft>
                <a:spcPts val="737"/>
              </a:spcAft>
              <a:buNone/>
            </a:pPr>
            <a:r>
              <a:rPr lang="en" sz="1474"/>
              <a:t>Kaggle Code Book: Chips</a:t>
            </a:r>
            <a:endParaRPr sz="1474"/>
          </a:p>
        </p:txBody>
      </p:sp>
      <p:sp>
        <p:nvSpPr>
          <p:cNvPr id="929" name="Google Shape;929;p54"/>
          <p:cNvSpPr txBox="1"/>
          <p:nvPr>
            <p:ph idx="5" type="title"/>
          </p:nvPr>
        </p:nvSpPr>
        <p:spPr>
          <a:xfrm>
            <a:off x="391050" y="307600"/>
            <a:ext cx="2763600" cy="5754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sz="3600"/>
              <a:t>References</a:t>
            </a:r>
            <a:endParaRPr sz="3600"/>
          </a:p>
        </p:txBody>
      </p:sp>
      <p:sp>
        <p:nvSpPr>
          <p:cNvPr id="930" name="Google Shape;930;p54"/>
          <p:cNvSpPr txBox="1"/>
          <p:nvPr/>
        </p:nvSpPr>
        <p:spPr>
          <a:xfrm>
            <a:off x="724246" y="1666605"/>
            <a:ext cx="500400" cy="832500"/>
          </a:xfrm>
          <a:prstGeom prst="rect">
            <a:avLst/>
          </a:prstGeom>
          <a:noFill/>
          <a:ln>
            <a:noFill/>
          </a:ln>
        </p:spPr>
        <p:txBody>
          <a:bodyPr anchorCtr="0" anchor="ctr" bIns="112325" lIns="112325" spcFirstLastPara="1" rIns="112325" wrap="square" tIns="112325">
            <a:noAutofit/>
          </a:bodyPr>
          <a:lstStyle/>
          <a:p>
            <a:pPr indent="0" lvl="0" marL="0" rtl="0" algn="l">
              <a:spcBef>
                <a:spcPts val="0"/>
              </a:spcBef>
              <a:spcAft>
                <a:spcPts val="0"/>
              </a:spcAft>
              <a:buNone/>
            </a:pPr>
            <a:r>
              <a:rPr lang="en" sz="2211">
                <a:solidFill>
                  <a:schemeClr val="lt1"/>
                </a:solidFill>
                <a:latin typeface="IBM Plex Sans Medium"/>
                <a:ea typeface="IBM Plex Sans Medium"/>
                <a:cs typeface="IBM Plex Sans Medium"/>
                <a:sym typeface="IBM Plex Sans Medium"/>
              </a:rPr>
              <a:t>1</a:t>
            </a:r>
            <a:endParaRPr sz="2211">
              <a:solidFill>
                <a:schemeClr val="lt1"/>
              </a:solidFill>
              <a:latin typeface="IBM Plex Sans Medium"/>
              <a:ea typeface="IBM Plex Sans Medium"/>
              <a:cs typeface="IBM Plex Sans Medium"/>
              <a:sym typeface="IBM Plex Sans Medium"/>
            </a:endParaRPr>
          </a:p>
        </p:txBody>
      </p:sp>
      <p:sp>
        <p:nvSpPr>
          <p:cNvPr id="931" name="Google Shape;931;p54"/>
          <p:cNvSpPr txBox="1"/>
          <p:nvPr/>
        </p:nvSpPr>
        <p:spPr>
          <a:xfrm>
            <a:off x="4917272" y="1655754"/>
            <a:ext cx="505200" cy="840300"/>
          </a:xfrm>
          <a:prstGeom prst="rect">
            <a:avLst/>
          </a:prstGeom>
          <a:noFill/>
          <a:ln>
            <a:noFill/>
          </a:ln>
        </p:spPr>
        <p:txBody>
          <a:bodyPr anchorCtr="0" anchor="ctr" bIns="113350" lIns="113350" spcFirstLastPara="1" rIns="113350" wrap="square" tIns="113350">
            <a:noAutofit/>
          </a:bodyPr>
          <a:lstStyle/>
          <a:p>
            <a:pPr indent="0" lvl="0" marL="0" rtl="0" algn="l">
              <a:spcBef>
                <a:spcPts val="0"/>
              </a:spcBef>
              <a:spcAft>
                <a:spcPts val="0"/>
              </a:spcAft>
              <a:buNone/>
            </a:pPr>
            <a:r>
              <a:rPr lang="en" sz="2231">
                <a:solidFill>
                  <a:schemeClr val="lt1"/>
                </a:solidFill>
                <a:latin typeface="IBM Plex Sans Medium"/>
                <a:ea typeface="IBM Plex Sans Medium"/>
                <a:cs typeface="IBM Plex Sans Medium"/>
                <a:sym typeface="IBM Plex Sans Medium"/>
              </a:rPr>
              <a:t>2</a:t>
            </a:r>
            <a:endParaRPr sz="2231">
              <a:solidFill>
                <a:schemeClr val="lt1"/>
              </a:solidFill>
              <a:latin typeface="IBM Plex Sans Medium"/>
              <a:ea typeface="IBM Plex Sans Medium"/>
              <a:cs typeface="IBM Plex Sans Medium"/>
              <a:sym typeface="IBM Plex Sans Medium"/>
            </a:endParaRPr>
          </a:p>
        </p:txBody>
      </p:sp>
      <p:sp>
        <p:nvSpPr>
          <p:cNvPr id="932" name="Google Shape;932;p54"/>
          <p:cNvSpPr txBox="1"/>
          <p:nvPr/>
        </p:nvSpPr>
        <p:spPr>
          <a:xfrm>
            <a:off x="723556" y="3325079"/>
            <a:ext cx="500700" cy="832800"/>
          </a:xfrm>
          <a:prstGeom prst="rect">
            <a:avLst/>
          </a:prstGeom>
          <a:noFill/>
          <a:ln>
            <a:noFill/>
          </a:ln>
        </p:spPr>
        <p:txBody>
          <a:bodyPr anchorCtr="0" anchor="ctr" bIns="112350" lIns="112350" spcFirstLastPara="1" rIns="112350" wrap="square" tIns="112350">
            <a:noAutofit/>
          </a:bodyPr>
          <a:lstStyle/>
          <a:p>
            <a:pPr indent="0" lvl="0" marL="0" rtl="0" algn="l">
              <a:spcBef>
                <a:spcPts val="0"/>
              </a:spcBef>
              <a:spcAft>
                <a:spcPts val="0"/>
              </a:spcAft>
              <a:buNone/>
            </a:pPr>
            <a:r>
              <a:rPr lang="en" sz="2211">
                <a:solidFill>
                  <a:schemeClr val="lt1"/>
                </a:solidFill>
                <a:latin typeface="IBM Plex Sans Medium"/>
                <a:ea typeface="IBM Plex Sans Medium"/>
                <a:cs typeface="IBM Plex Sans Medium"/>
                <a:sym typeface="IBM Plex Sans Medium"/>
              </a:rPr>
              <a:t>3</a:t>
            </a:r>
            <a:endParaRPr sz="2211">
              <a:solidFill>
                <a:schemeClr val="lt1"/>
              </a:solidFill>
              <a:latin typeface="IBM Plex Sans Medium"/>
              <a:ea typeface="IBM Plex Sans Medium"/>
              <a:cs typeface="IBM Plex Sans Medium"/>
              <a:sym typeface="IBM Plex Sans Medium"/>
            </a:endParaRPr>
          </a:p>
        </p:txBody>
      </p:sp>
      <p:sp>
        <p:nvSpPr>
          <p:cNvPr id="933" name="Google Shape;933;p54"/>
          <p:cNvSpPr txBox="1"/>
          <p:nvPr/>
        </p:nvSpPr>
        <p:spPr>
          <a:xfrm>
            <a:off x="4918980" y="3328301"/>
            <a:ext cx="505200" cy="840300"/>
          </a:xfrm>
          <a:prstGeom prst="rect">
            <a:avLst/>
          </a:prstGeom>
          <a:noFill/>
          <a:ln>
            <a:noFill/>
          </a:ln>
        </p:spPr>
        <p:txBody>
          <a:bodyPr anchorCtr="0" anchor="ctr" bIns="113350" lIns="113350" spcFirstLastPara="1" rIns="113350" wrap="square" tIns="113350">
            <a:noAutofit/>
          </a:bodyPr>
          <a:lstStyle/>
          <a:p>
            <a:pPr indent="0" lvl="0" marL="0" rtl="0" algn="l">
              <a:spcBef>
                <a:spcPts val="0"/>
              </a:spcBef>
              <a:spcAft>
                <a:spcPts val="0"/>
              </a:spcAft>
              <a:buNone/>
            </a:pPr>
            <a:r>
              <a:rPr lang="en" sz="2231">
                <a:solidFill>
                  <a:schemeClr val="lt1"/>
                </a:solidFill>
                <a:latin typeface="IBM Plex Sans Medium"/>
                <a:ea typeface="IBM Plex Sans Medium"/>
                <a:cs typeface="IBM Plex Sans Medium"/>
                <a:sym typeface="IBM Plex Sans Medium"/>
              </a:rPr>
              <a:t>4</a:t>
            </a:r>
            <a:endParaRPr sz="2231">
              <a:solidFill>
                <a:schemeClr val="lt1"/>
              </a:solidFill>
              <a:latin typeface="IBM Plex Sans Medium"/>
              <a:ea typeface="IBM Plex Sans Medium"/>
              <a:cs typeface="IBM Plex Sans Medium"/>
              <a:sym typeface="IBM Plex Sans Medium"/>
            </a:endParaRPr>
          </a:p>
        </p:txBody>
      </p:sp>
      <p:sp>
        <p:nvSpPr>
          <p:cNvPr id="934" name="Google Shape;934;p54"/>
          <p:cNvSpPr txBox="1"/>
          <p:nvPr>
            <p:ph idx="7" type="subTitle"/>
          </p:nvPr>
        </p:nvSpPr>
        <p:spPr>
          <a:xfrm>
            <a:off x="1250798" y="1425774"/>
            <a:ext cx="2942400" cy="354300"/>
          </a:xfrm>
          <a:prstGeom prst="rect">
            <a:avLst/>
          </a:prstGeom>
        </p:spPr>
        <p:txBody>
          <a:bodyPr anchorCtr="0" anchor="t" bIns="112325" lIns="112325" spcFirstLastPara="1" rIns="112325" wrap="square" tIns="112325">
            <a:noAutofit/>
          </a:bodyPr>
          <a:lstStyle/>
          <a:p>
            <a:pPr indent="0" lvl="0" marL="0" rtl="0" algn="l">
              <a:spcBef>
                <a:spcPts val="0"/>
              </a:spcBef>
              <a:spcAft>
                <a:spcPts val="0"/>
              </a:spcAft>
              <a:buNone/>
            </a:pPr>
            <a:r>
              <a:rPr lang="en" sz="1474"/>
              <a:t>Paper: U-Net Architecture</a:t>
            </a:r>
            <a:endParaRPr sz="1474"/>
          </a:p>
        </p:txBody>
      </p:sp>
      <p:sp>
        <p:nvSpPr>
          <p:cNvPr id="935" name="Google Shape;935;p54"/>
          <p:cNvSpPr txBox="1"/>
          <p:nvPr>
            <p:ph idx="1" type="body"/>
          </p:nvPr>
        </p:nvSpPr>
        <p:spPr>
          <a:xfrm>
            <a:off x="1250798" y="1847206"/>
            <a:ext cx="3317100" cy="1011000"/>
          </a:xfrm>
          <a:prstGeom prst="rect">
            <a:avLst/>
          </a:prstGeom>
        </p:spPr>
        <p:txBody>
          <a:bodyPr anchorCtr="0" anchor="t" bIns="112325" lIns="112325" spcFirstLastPara="1" rIns="112325" wrap="square" tIns="112325">
            <a:noAutofit/>
          </a:bodyPr>
          <a:lstStyle/>
          <a:p>
            <a:pPr indent="0" lvl="0" marL="0" rtl="0" algn="l">
              <a:spcBef>
                <a:spcPts val="0"/>
              </a:spcBef>
              <a:spcAft>
                <a:spcPts val="0"/>
              </a:spcAft>
              <a:buNone/>
            </a:pPr>
            <a:r>
              <a:rPr lang="en" sz="1128"/>
              <a:t>-Link: </a:t>
            </a:r>
            <a:r>
              <a:rPr lang="en" sz="1128" u="sng">
                <a:solidFill>
                  <a:srgbClr val="00FFFF"/>
                </a:solidFill>
                <a:hlinkClick r:id="rId3">
                  <a:extLst>
                    <a:ext uri="{A12FA001-AC4F-418D-AE19-62706E023703}">
                      <ahyp:hlinkClr val="tx"/>
                    </a:ext>
                  </a:extLst>
                </a:hlinkClick>
              </a:rPr>
              <a:t>Paper</a:t>
            </a:r>
            <a:endParaRPr sz="1128">
              <a:solidFill>
                <a:srgbClr val="00FFFF"/>
              </a:solidFill>
            </a:endParaRPr>
          </a:p>
          <a:p>
            <a:pPr indent="0" lvl="0" marL="0" rtl="0" algn="l">
              <a:spcBef>
                <a:spcPts val="0"/>
              </a:spcBef>
              <a:spcAft>
                <a:spcPts val="0"/>
              </a:spcAft>
              <a:buNone/>
            </a:pPr>
            <a:r>
              <a:rPr lang="en" sz="1128"/>
              <a:t>-Description: Paper compares several CNN architectures in a segmentation task similar to ours. U-Net performed best</a:t>
            </a:r>
            <a:endParaRPr sz="1128"/>
          </a:p>
        </p:txBody>
      </p:sp>
      <p:sp>
        <p:nvSpPr>
          <p:cNvPr id="936" name="Google Shape;936;p54"/>
          <p:cNvSpPr txBox="1"/>
          <p:nvPr>
            <p:ph idx="9" type="subTitle"/>
          </p:nvPr>
        </p:nvSpPr>
        <p:spPr>
          <a:xfrm>
            <a:off x="5447547" y="1412654"/>
            <a:ext cx="2969400" cy="357300"/>
          </a:xfrm>
          <a:prstGeom prst="rect">
            <a:avLst/>
          </a:prstGeom>
        </p:spPr>
        <p:txBody>
          <a:bodyPr anchorCtr="0" anchor="t" bIns="113350" lIns="113350" spcFirstLastPara="1" rIns="113350" wrap="square" tIns="113350">
            <a:noAutofit/>
          </a:bodyPr>
          <a:lstStyle/>
          <a:p>
            <a:pPr indent="0" lvl="0" marL="0" rtl="0" algn="l">
              <a:spcBef>
                <a:spcPts val="0"/>
              </a:spcBef>
              <a:spcAft>
                <a:spcPts val="0"/>
              </a:spcAft>
              <a:buNone/>
            </a:pPr>
            <a:r>
              <a:rPr lang="en" sz="1487"/>
              <a:t>Paper: Metrics &amp; Application</a:t>
            </a:r>
            <a:endParaRPr sz="1487"/>
          </a:p>
        </p:txBody>
      </p:sp>
      <p:sp>
        <p:nvSpPr>
          <p:cNvPr id="937" name="Google Shape;937;p54"/>
          <p:cNvSpPr txBox="1"/>
          <p:nvPr>
            <p:ph idx="13" type="subTitle"/>
          </p:nvPr>
        </p:nvSpPr>
        <p:spPr>
          <a:xfrm>
            <a:off x="5449244" y="3085141"/>
            <a:ext cx="2969100" cy="357300"/>
          </a:xfrm>
          <a:prstGeom prst="rect">
            <a:avLst/>
          </a:prstGeom>
        </p:spPr>
        <p:txBody>
          <a:bodyPr anchorCtr="0" anchor="t" bIns="113350" lIns="113350" spcFirstLastPara="1" rIns="113350" wrap="square" tIns="113350">
            <a:noAutofit/>
          </a:bodyPr>
          <a:lstStyle/>
          <a:p>
            <a:pPr indent="0" lvl="0" marL="0" rtl="0" algn="l">
              <a:spcBef>
                <a:spcPts val="0"/>
              </a:spcBef>
              <a:spcAft>
                <a:spcPts val="0"/>
              </a:spcAft>
              <a:buNone/>
            </a:pPr>
            <a:r>
              <a:rPr lang="en" sz="1487"/>
              <a:t>Kaggle Code Book: Model</a:t>
            </a:r>
            <a:endParaRPr sz="1487"/>
          </a:p>
        </p:txBody>
      </p:sp>
      <p:sp>
        <p:nvSpPr>
          <p:cNvPr id="938" name="Google Shape;938;p54"/>
          <p:cNvSpPr txBox="1"/>
          <p:nvPr>
            <p:ph idx="2" type="body"/>
          </p:nvPr>
        </p:nvSpPr>
        <p:spPr>
          <a:xfrm>
            <a:off x="1250192" y="3505588"/>
            <a:ext cx="3317700" cy="1011300"/>
          </a:xfrm>
          <a:prstGeom prst="rect">
            <a:avLst/>
          </a:prstGeom>
        </p:spPr>
        <p:txBody>
          <a:bodyPr anchorCtr="0" anchor="t" bIns="112350" lIns="112350" spcFirstLastPara="1" rIns="112350" wrap="square" tIns="112350">
            <a:noAutofit/>
          </a:bodyPr>
          <a:lstStyle/>
          <a:p>
            <a:pPr indent="0" lvl="0" marL="0" rtl="0" algn="l">
              <a:spcBef>
                <a:spcPts val="0"/>
              </a:spcBef>
              <a:spcAft>
                <a:spcPts val="0"/>
              </a:spcAft>
              <a:buNone/>
            </a:pPr>
            <a:r>
              <a:rPr lang="en" sz="1128"/>
              <a:t>-Link:</a:t>
            </a:r>
            <a:r>
              <a:rPr lang="en" sz="1128">
                <a:solidFill>
                  <a:srgbClr val="00FFFF"/>
                </a:solidFill>
              </a:rPr>
              <a:t> </a:t>
            </a:r>
            <a:r>
              <a:rPr lang="en" sz="1128" u="sng">
                <a:solidFill>
                  <a:srgbClr val="00FFFF"/>
                </a:solidFill>
                <a:hlinkClick r:id="rId4">
                  <a:extLst>
                    <a:ext uri="{A12FA001-AC4F-418D-AE19-62706E023703}">
                      <ahyp:hlinkClr val="tx"/>
                    </a:ext>
                  </a:extLst>
                </a:hlinkClick>
              </a:rPr>
              <a:t>Kaggle Book</a:t>
            </a:r>
            <a:endParaRPr sz="1128">
              <a:solidFill>
                <a:srgbClr val="00FFFF"/>
              </a:solidFill>
            </a:endParaRPr>
          </a:p>
          <a:p>
            <a:pPr indent="0" lvl="0" marL="0" rtl="0" algn="l">
              <a:spcBef>
                <a:spcPts val="0"/>
              </a:spcBef>
              <a:spcAft>
                <a:spcPts val="0"/>
              </a:spcAft>
              <a:buNone/>
            </a:pPr>
            <a:r>
              <a:rPr lang="en" sz="1128"/>
              <a:t>-Description: Kaggle notebook with code to make chips from tiles from the dataset to feed into CNN. Catch finer details.</a:t>
            </a:r>
            <a:endParaRPr sz="1128"/>
          </a:p>
        </p:txBody>
      </p:sp>
      <p:sp>
        <p:nvSpPr>
          <p:cNvPr id="939" name="Google Shape;939;p54"/>
          <p:cNvSpPr txBox="1"/>
          <p:nvPr>
            <p:ph idx="3" type="body"/>
          </p:nvPr>
        </p:nvSpPr>
        <p:spPr>
          <a:xfrm>
            <a:off x="5447547" y="1837946"/>
            <a:ext cx="3347400" cy="1020300"/>
          </a:xfrm>
          <a:prstGeom prst="rect">
            <a:avLst/>
          </a:prstGeom>
        </p:spPr>
        <p:txBody>
          <a:bodyPr anchorCtr="0" anchor="t" bIns="113350" lIns="113350" spcFirstLastPara="1" rIns="113350" wrap="square" tIns="113350">
            <a:noAutofit/>
          </a:bodyPr>
          <a:lstStyle/>
          <a:p>
            <a:pPr indent="0" lvl="0" marL="0" rtl="0" algn="l">
              <a:spcBef>
                <a:spcPts val="0"/>
              </a:spcBef>
              <a:spcAft>
                <a:spcPts val="0"/>
              </a:spcAft>
              <a:buNone/>
            </a:pPr>
            <a:r>
              <a:rPr lang="en" sz="1100"/>
              <a:t>-Link: </a:t>
            </a:r>
            <a:r>
              <a:rPr lang="en" sz="1100" u="sng">
                <a:solidFill>
                  <a:srgbClr val="00FFFF"/>
                </a:solidFill>
                <a:hlinkClick r:id="rId5">
                  <a:extLst>
                    <a:ext uri="{A12FA001-AC4F-418D-AE19-62706E023703}">
                      <ahyp:hlinkClr val="tx"/>
                    </a:ext>
                  </a:extLst>
                </a:hlinkClick>
              </a:rPr>
              <a:t>Paper</a:t>
            </a:r>
            <a:endParaRPr sz="1100">
              <a:solidFill>
                <a:srgbClr val="00FFFF"/>
              </a:solidFill>
            </a:endParaRPr>
          </a:p>
          <a:p>
            <a:pPr indent="0" lvl="0" marL="0" rtl="0" algn="l">
              <a:spcBef>
                <a:spcPts val="0"/>
              </a:spcBef>
              <a:spcAft>
                <a:spcPts val="0"/>
              </a:spcAft>
              <a:buNone/>
            </a:pPr>
            <a:r>
              <a:rPr lang="en" sz="1100"/>
              <a:t>-Description:  Paper describing a similar segmentation task where they used dice coefficient as a loss function.</a:t>
            </a:r>
            <a:endParaRPr sz="1100"/>
          </a:p>
        </p:txBody>
      </p:sp>
      <p:sp>
        <p:nvSpPr>
          <p:cNvPr id="940" name="Google Shape;940;p54"/>
          <p:cNvSpPr txBox="1"/>
          <p:nvPr>
            <p:ph idx="4" type="body"/>
          </p:nvPr>
        </p:nvSpPr>
        <p:spPr>
          <a:xfrm>
            <a:off x="5449244" y="3510430"/>
            <a:ext cx="3347400" cy="1020300"/>
          </a:xfrm>
          <a:prstGeom prst="rect">
            <a:avLst/>
          </a:prstGeom>
        </p:spPr>
        <p:txBody>
          <a:bodyPr anchorCtr="0" anchor="t" bIns="113350" lIns="113350" spcFirstLastPara="1" rIns="113350" wrap="square" tIns="113350">
            <a:noAutofit/>
          </a:bodyPr>
          <a:lstStyle/>
          <a:p>
            <a:pPr indent="0" lvl="0" marL="0" rtl="0" algn="l">
              <a:spcBef>
                <a:spcPts val="0"/>
              </a:spcBef>
              <a:spcAft>
                <a:spcPts val="0"/>
              </a:spcAft>
              <a:buNone/>
            </a:pPr>
            <a:r>
              <a:rPr lang="en" sz="1139"/>
              <a:t>-Link: </a:t>
            </a:r>
            <a:r>
              <a:rPr lang="en" sz="1139" u="sng">
                <a:solidFill>
                  <a:srgbClr val="00FFFF"/>
                </a:solidFill>
                <a:hlinkClick r:id="rId6">
                  <a:extLst>
                    <a:ext uri="{A12FA001-AC4F-418D-AE19-62706E023703}">
                      <ahyp:hlinkClr val="tx"/>
                    </a:ext>
                  </a:extLst>
                </a:hlinkClick>
              </a:rPr>
              <a:t>Kaggle Book</a:t>
            </a:r>
            <a:endParaRPr sz="1139">
              <a:solidFill>
                <a:srgbClr val="00FFFF"/>
              </a:solidFill>
            </a:endParaRPr>
          </a:p>
          <a:p>
            <a:pPr indent="0" lvl="0" marL="0" rtl="0" algn="l">
              <a:spcBef>
                <a:spcPts val="0"/>
              </a:spcBef>
              <a:spcAft>
                <a:spcPts val="0"/>
              </a:spcAft>
              <a:buNone/>
            </a:pPr>
            <a:r>
              <a:rPr lang="en" sz="1139"/>
              <a:t>-Description: Kaggle </a:t>
            </a:r>
            <a:r>
              <a:rPr lang="en" sz="1139"/>
              <a:t>notebook with code that had a definition for a U-Net architect that we modified and used.</a:t>
            </a:r>
            <a:endParaRPr sz="1139"/>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55"/>
          <p:cNvSpPr txBox="1"/>
          <p:nvPr>
            <p:ph type="title"/>
          </p:nvPr>
        </p:nvSpPr>
        <p:spPr>
          <a:xfrm>
            <a:off x="124825" y="115500"/>
            <a:ext cx="5217300" cy="68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U-Net Architecture</a:t>
            </a:r>
            <a:endParaRPr/>
          </a:p>
        </p:txBody>
      </p:sp>
      <p:sp>
        <p:nvSpPr>
          <p:cNvPr id="946" name="Google Shape;946;p55"/>
          <p:cNvSpPr txBox="1"/>
          <p:nvPr>
            <p:ph idx="1" type="body"/>
          </p:nvPr>
        </p:nvSpPr>
        <p:spPr>
          <a:xfrm>
            <a:off x="376800" y="729763"/>
            <a:ext cx="3906000" cy="177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Sora Light"/>
                <a:ea typeface="Sora Light"/>
                <a:cs typeface="Sora Light"/>
                <a:sym typeface="Sora Light"/>
              </a:rPr>
              <a:t>Similar to Normal architecture with some changes:</a:t>
            </a:r>
            <a:endParaRPr sz="1100">
              <a:latin typeface="Sora Light"/>
              <a:ea typeface="Sora Light"/>
              <a:cs typeface="Sora Light"/>
              <a:sym typeface="Sora Light"/>
            </a:endParaRPr>
          </a:p>
          <a:p>
            <a:pPr indent="-298450" lvl="0" marL="457200" rtl="0" algn="l">
              <a:spcBef>
                <a:spcPts val="800"/>
              </a:spcBef>
              <a:spcAft>
                <a:spcPts val="0"/>
              </a:spcAft>
              <a:buSzPts val="1100"/>
              <a:buFont typeface="Sora Light"/>
              <a:buChar char="-"/>
            </a:pPr>
            <a:r>
              <a:rPr b="1" lang="en" sz="1100"/>
              <a:t>Double Conv Layer</a:t>
            </a:r>
            <a:r>
              <a:rPr lang="en" sz="1100">
                <a:latin typeface="Sora Light"/>
                <a:ea typeface="Sora Light"/>
                <a:cs typeface="Sora Light"/>
                <a:sym typeface="Sora Light"/>
              </a:rPr>
              <a:t>: Pass input </a:t>
            </a:r>
            <a:r>
              <a:rPr lang="en" sz="1100">
                <a:latin typeface="Sora Light"/>
                <a:ea typeface="Sora Light"/>
                <a:cs typeface="Sora Light"/>
                <a:sym typeface="Sora Light"/>
              </a:rPr>
              <a:t>channel</a:t>
            </a:r>
            <a:r>
              <a:rPr lang="en" sz="1100">
                <a:latin typeface="Sora Light"/>
                <a:ea typeface="Sora Light"/>
                <a:cs typeface="Sora Light"/>
                <a:sym typeface="Sora Light"/>
              </a:rPr>
              <a:t> and output channel, creates down convolution and up convolution.</a:t>
            </a:r>
            <a:endParaRPr sz="1100">
              <a:latin typeface="Sora Light"/>
              <a:ea typeface="Sora Light"/>
              <a:cs typeface="Sora Light"/>
              <a:sym typeface="Sora Light"/>
            </a:endParaRPr>
          </a:p>
          <a:p>
            <a:pPr indent="-298450" lvl="0" marL="457200" rtl="0" algn="l">
              <a:spcBef>
                <a:spcPts val="0"/>
              </a:spcBef>
              <a:spcAft>
                <a:spcPts val="0"/>
              </a:spcAft>
              <a:buSzPts val="1100"/>
              <a:buFont typeface="Sora Light"/>
              <a:buChar char="-"/>
            </a:pPr>
            <a:r>
              <a:rPr lang="en" sz="1100">
                <a:latin typeface="Sora Light"/>
                <a:ea typeface="Sora Light"/>
                <a:cs typeface="Sora Light"/>
                <a:sym typeface="Sora Light"/>
              </a:rPr>
              <a:t>Architecture:</a:t>
            </a:r>
            <a:endParaRPr sz="1100">
              <a:latin typeface="Sora Light"/>
              <a:ea typeface="Sora Light"/>
              <a:cs typeface="Sora Light"/>
              <a:sym typeface="Sora Light"/>
            </a:endParaRPr>
          </a:p>
          <a:p>
            <a:pPr indent="-298450" lvl="1" marL="914400" rtl="0" algn="l">
              <a:spcBef>
                <a:spcPts val="0"/>
              </a:spcBef>
              <a:spcAft>
                <a:spcPts val="0"/>
              </a:spcAft>
              <a:buSzPts val="1100"/>
              <a:buFont typeface="Sora Light"/>
              <a:buChar char="-"/>
            </a:pPr>
            <a:r>
              <a:rPr b="1" lang="en" sz="1100"/>
              <a:t>4 Down Convolutions </a:t>
            </a:r>
            <a:r>
              <a:rPr lang="en" sz="1100">
                <a:latin typeface="Sora Light"/>
                <a:ea typeface="Sora Light"/>
                <a:cs typeface="Sora Light"/>
                <a:sym typeface="Sora Light"/>
              </a:rPr>
              <a:t>(Double Conv) with pooling</a:t>
            </a:r>
            <a:endParaRPr sz="1100">
              <a:latin typeface="Sora Light"/>
              <a:ea typeface="Sora Light"/>
              <a:cs typeface="Sora Light"/>
              <a:sym typeface="Sora Light"/>
            </a:endParaRPr>
          </a:p>
          <a:p>
            <a:pPr indent="-298450" lvl="1" marL="914400" rtl="0" algn="l">
              <a:spcBef>
                <a:spcPts val="0"/>
              </a:spcBef>
              <a:spcAft>
                <a:spcPts val="0"/>
              </a:spcAft>
              <a:buSzPts val="1100"/>
              <a:buChar char="-"/>
            </a:pPr>
            <a:r>
              <a:rPr b="1" lang="en" sz="1100"/>
              <a:t>Bottleneck</a:t>
            </a:r>
            <a:endParaRPr b="1" sz="1100"/>
          </a:p>
          <a:p>
            <a:pPr indent="-298450" lvl="1" marL="914400" rtl="0" algn="l">
              <a:spcBef>
                <a:spcPts val="0"/>
              </a:spcBef>
              <a:spcAft>
                <a:spcPts val="0"/>
              </a:spcAft>
              <a:buSzPts val="1100"/>
              <a:buFont typeface="Sora Light"/>
              <a:buChar char="-"/>
            </a:pPr>
            <a:r>
              <a:rPr b="1" lang="en" sz="1100"/>
              <a:t>4 Up Convolutions</a:t>
            </a:r>
            <a:r>
              <a:rPr lang="en" sz="1100">
                <a:latin typeface="Sora Light"/>
                <a:ea typeface="Sora Light"/>
                <a:cs typeface="Sora Light"/>
                <a:sym typeface="Sora Light"/>
              </a:rPr>
              <a:t> (Conv Transpose) with  decoders</a:t>
            </a:r>
            <a:endParaRPr sz="1100">
              <a:latin typeface="Sora Light"/>
              <a:ea typeface="Sora Light"/>
              <a:cs typeface="Sora Light"/>
              <a:sym typeface="Sora Light"/>
            </a:endParaRPr>
          </a:p>
          <a:p>
            <a:pPr indent="-298450" lvl="1" marL="914400" rtl="0" algn="l">
              <a:spcBef>
                <a:spcPts val="0"/>
              </a:spcBef>
              <a:spcAft>
                <a:spcPts val="0"/>
              </a:spcAft>
              <a:buSzPts val="1100"/>
              <a:buChar char="-"/>
            </a:pPr>
            <a:r>
              <a:rPr b="1" lang="en" sz="1100"/>
              <a:t>Output Layer</a:t>
            </a:r>
            <a:endParaRPr b="1" sz="1100"/>
          </a:p>
        </p:txBody>
      </p:sp>
      <p:pic>
        <p:nvPicPr>
          <p:cNvPr id="947" name="Google Shape;947;p55"/>
          <p:cNvPicPr preferRelativeResize="0"/>
          <p:nvPr/>
        </p:nvPicPr>
        <p:blipFill>
          <a:blip r:embed="rId3">
            <a:alphaModFix/>
          </a:blip>
          <a:stretch>
            <a:fillRect/>
          </a:stretch>
        </p:blipFill>
        <p:spPr>
          <a:xfrm>
            <a:off x="4792175" y="241863"/>
            <a:ext cx="4123225" cy="27488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56"/>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Objectives</a:t>
            </a:r>
            <a:endParaRPr/>
          </a:p>
        </p:txBody>
      </p:sp>
      <p:sp>
        <p:nvSpPr>
          <p:cNvPr id="953" name="Google Shape;953;p56"/>
          <p:cNvSpPr txBox="1"/>
          <p:nvPr>
            <p:ph idx="6" type="title"/>
          </p:nvPr>
        </p:nvSpPr>
        <p:spPr>
          <a:xfrm>
            <a:off x="3808925" y="983700"/>
            <a:ext cx="2296500" cy="29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Training</a:t>
            </a:r>
            <a:endParaRPr/>
          </a:p>
        </p:txBody>
      </p:sp>
      <p:sp>
        <p:nvSpPr>
          <p:cNvPr id="954" name="Google Shape;954;p56"/>
          <p:cNvSpPr txBox="1"/>
          <p:nvPr>
            <p:ph idx="4" type="title"/>
          </p:nvPr>
        </p:nvSpPr>
        <p:spPr>
          <a:xfrm>
            <a:off x="304725" y="228600"/>
            <a:ext cx="3116700" cy="738900"/>
          </a:xfrm>
          <a:prstGeom prst="rect">
            <a:avLst/>
          </a:prstGeom>
        </p:spPr>
        <p:txBody>
          <a:bodyPr anchorCtr="0" anchor="t" bIns="91425" lIns="182875" spcFirstLastPara="1" rIns="91425" wrap="square" tIns="91425">
            <a:spAutoFit/>
          </a:bodyPr>
          <a:lstStyle/>
          <a:p>
            <a:pPr indent="0" lvl="0" marL="0" rtl="0" algn="l">
              <a:spcBef>
                <a:spcPts val="0"/>
              </a:spcBef>
              <a:spcAft>
                <a:spcPts val="0"/>
              </a:spcAft>
              <a:buNone/>
            </a:pPr>
            <a:r>
              <a:rPr lang="en" sz="3600"/>
              <a:t>Approach</a:t>
            </a:r>
            <a:endParaRPr sz="3600"/>
          </a:p>
        </p:txBody>
      </p:sp>
      <p:sp>
        <p:nvSpPr>
          <p:cNvPr id="955" name="Google Shape;955;p56"/>
          <p:cNvSpPr txBox="1"/>
          <p:nvPr>
            <p:ph idx="5" type="title"/>
          </p:nvPr>
        </p:nvSpPr>
        <p:spPr>
          <a:xfrm>
            <a:off x="1326150" y="983700"/>
            <a:ext cx="2296500" cy="29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Preprocessing</a:t>
            </a:r>
            <a:endParaRPr/>
          </a:p>
        </p:txBody>
      </p:sp>
      <p:sp>
        <p:nvSpPr>
          <p:cNvPr id="956" name="Google Shape;956;p56"/>
          <p:cNvSpPr txBox="1"/>
          <p:nvPr>
            <p:ph idx="7" type="title"/>
          </p:nvPr>
        </p:nvSpPr>
        <p:spPr>
          <a:xfrm>
            <a:off x="6291700" y="983700"/>
            <a:ext cx="2296500" cy="29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Evaluation</a:t>
            </a:r>
            <a:endParaRPr/>
          </a:p>
        </p:txBody>
      </p:sp>
      <p:sp>
        <p:nvSpPr>
          <p:cNvPr id="957" name="Google Shape;957;p56"/>
          <p:cNvSpPr txBox="1"/>
          <p:nvPr>
            <p:ph idx="2" type="title"/>
          </p:nvPr>
        </p:nvSpPr>
        <p:spPr>
          <a:xfrm>
            <a:off x="134550" y="2606200"/>
            <a:ext cx="1119600" cy="29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Activities</a:t>
            </a:r>
            <a:endParaRPr/>
          </a:p>
        </p:txBody>
      </p:sp>
      <p:sp>
        <p:nvSpPr>
          <p:cNvPr id="958" name="Google Shape;958;p56"/>
          <p:cNvSpPr txBox="1"/>
          <p:nvPr>
            <p:ph idx="3" type="title"/>
          </p:nvPr>
        </p:nvSpPr>
        <p:spPr>
          <a:xfrm>
            <a:off x="134550" y="3659750"/>
            <a:ext cx="1119600" cy="29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Deliverables</a:t>
            </a:r>
            <a:endParaRPr/>
          </a:p>
        </p:txBody>
      </p:sp>
      <p:sp>
        <p:nvSpPr>
          <p:cNvPr id="959" name="Google Shape;959;p56"/>
          <p:cNvSpPr txBox="1"/>
          <p:nvPr>
            <p:ph idx="15" type="body"/>
          </p:nvPr>
        </p:nvSpPr>
        <p:spPr>
          <a:xfrm>
            <a:off x="3808863" y="2606200"/>
            <a:ext cx="2296500" cy="999900"/>
          </a:xfrm>
          <a:prstGeom prst="rect">
            <a:avLst/>
          </a:prstGeom>
        </p:spPr>
        <p:txBody>
          <a:bodyPr anchorCtr="0" anchor="t" bIns="91425" lIns="91425" spcFirstLastPara="1" rIns="91425" wrap="square" tIns="91425">
            <a:normAutofit/>
          </a:bodyPr>
          <a:lstStyle/>
          <a:p>
            <a:pPr indent="-120650" lvl="0" marL="114300" rtl="0" algn="l">
              <a:spcBef>
                <a:spcPts val="0"/>
              </a:spcBef>
              <a:spcAft>
                <a:spcPts val="0"/>
              </a:spcAft>
              <a:buClr>
                <a:schemeClr val="accent3"/>
              </a:buClr>
              <a:buSzPts val="1000"/>
              <a:buChar char="➔"/>
            </a:pPr>
            <a:r>
              <a:rPr lang="en">
                <a:solidFill>
                  <a:schemeClr val="dk2"/>
                </a:solidFill>
              </a:rPr>
              <a:t>Create Training Function with metric functions</a:t>
            </a:r>
            <a:endParaRPr>
              <a:solidFill>
                <a:schemeClr val="dk2"/>
              </a:solidFill>
            </a:endParaRPr>
          </a:p>
          <a:p>
            <a:pPr indent="-120650" lvl="0" marL="114300" rtl="0" algn="l">
              <a:spcBef>
                <a:spcPts val="0"/>
              </a:spcBef>
              <a:spcAft>
                <a:spcPts val="0"/>
              </a:spcAft>
              <a:buClr>
                <a:schemeClr val="accent3"/>
              </a:buClr>
              <a:buSzPts val="1000"/>
              <a:buChar char="➔"/>
            </a:pPr>
            <a:r>
              <a:rPr lang="en">
                <a:solidFill>
                  <a:schemeClr val="dk2"/>
                </a:solidFill>
              </a:rPr>
              <a:t>Create U-Net Structure</a:t>
            </a:r>
            <a:endParaRPr>
              <a:solidFill>
                <a:schemeClr val="dk2"/>
              </a:solidFill>
            </a:endParaRPr>
          </a:p>
          <a:p>
            <a:pPr indent="0" lvl="0" marL="114300" rtl="0" algn="l">
              <a:spcBef>
                <a:spcPts val="0"/>
              </a:spcBef>
              <a:spcAft>
                <a:spcPts val="0"/>
              </a:spcAft>
              <a:buNone/>
            </a:pPr>
            <a:r>
              <a:t/>
            </a:r>
            <a:endParaRPr>
              <a:solidFill>
                <a:schemeClr val="dk2"/>
              </a:solidFill>
            </a:endParaRPr>
          </a:p>
          <a:p>
            <a:pPr indent="0" lvl="0" marL="114300" rtl="0" algn="l">
              <a:spcBef>
                <a:spcPts val="0"/>
              </a:spcBef>
              <a:spcAft>
                <a:spcPts val="0"/>
              </a:spcAft>
              <a:buNone/>
            </a:pPr>
            <a:r>
              <a:t/>
            </a:r>
            <a:endParaRPr>
              <a:solidFill>
                <a:schemeClr val="dk2"/>
              </a:solidFill>
            </a:endParaRPr>
          </a:p>
        </p:txBody>
      </p:sp>
      <p:sp>
        <p:nvSpPr>
          <p:cNvPr id="960" name="Google Shape;960;p56"/>
          <p:cNvSpPr txBox="1"/>
          <p:nvPr>
            <p:ph idx="17" type="body"/>
          </p:nvPr>
        </p:nvSpPr>
        <p:spPr>
          <a:xfrm>
            <a:off x="1326025" y="1524225"/>
            <a:ext cx="2296500" cy="83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Take spacenet 7 and create smaller images to feed into model to provide more data, speed training, and notice finer details</a:t>
            </a:r>
            <a:endParaRPr>
              <a:solidFill>
                <a:schemeClr val="dk2"/>
              </a:solidFill>
            </a:endParaRPr>
          </a:p>
        </p:txBody>
      </p:sp>
      <p:sp>
        <p:nvSpPr>
          <p:cNvPr id="961" name="Google Shape;961;p56"/>
          <p:cNvSpPr txBox="1"/>
          <p:nvPr>
            <p:ph idx="18" type="body"/>
          </p:nvPr>
        </p:nvSpPr>
        <p:spPr>
          <a:xfrm>
            <a:off x="3808867" y="1489050"/>
            <a:ext cx="2296500" cy="83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Create U-Net structure from kaggle code book, and modify for our </a:t>
            </a:r>
            <a:r>
              <a:rPr lang="en">
                <a:solidFill>
                  <a:schemeClr val="dk2"/>
                </a:solidFill>
              </a:rPr>
              <a:t>implementation</a:t>
            </a:r>
            <a:r>
              <a:rPr lang="en">
                <a:solidFill>
                  <a:schemeClr val="dk2"/>
                </a:solidFill>
              </a:rPr>
              <a:t>. Have the model train and </a:t>
            </a:r>
            <a:r>
              <a:rPr lang="en">
                <a:solidFill>
                  <a:schemeClr val="dk2"/>
                </a:solidFill>
              </a:rPr>
              <a:t>implement</a:t>
            </a:r>
            <a:r>
              <a:rPr lang="en">
                <a:solidFill>
                  <a:schemeClr val="dk2"/>
                </a:solidFill>
              </a:rPr>
              <a:t>  metrics and hyperparameters</a:t>
            </a:r>
            <a:endParaRPr>
              <a:solidFill>
                <a:schemeClr val="dk2"/>
              </a:solidFill>
            </a:endParaRPr>
          </a:p>
        </p:txBody>
      </p:sp>
      <p:sp>
        <p:nvSpPr>
          <p:cNvPr id="962" name="Google Shape;962;p56"/>
          <p:cNvSpPr txBox="1"/>
          <p:nvPr>
            <p:ph idx="19" type="body"/>
          </p:nvPr>
        </p:nvSpPr>
        <p:spPr>
          <a:xfrm>
            <a:off x="6291721" y="1524225"/>
            <a:ext cx="2296500" cy="83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Evaluate our model on </a:t>
            </a:r>
            <a:r>
              <a:rPr lang="en">
                <a:solidFill>
                  <a:schemeClr val="dk2"/>
                </a:solidFill>
              </a:rPr>
              <a:t>withheld</a:t>
            </a:r>
            <a:r>
              <a:rPr lang="en">
                <a:solidFill>
                  <a:schemeClr val="dk2"/>
                </a:solidFill>
              </a:rPr>
              <a:t> data and graph varying metrics to see it’s performance. Help to inform us where to improve</a:t>
            </a:r>
            <a:endParaRPr>
              <a:solidFill>
                <a:schemeClr val="dk2"/>
              </a:solidFill>
            </a:endParaRPr>
          </a:p>
        </p:txBody>
      </p:sp>
      <p:sp>
        <p:nvSpPr>
          <p:cNvPr id="963" name="Google Shape;963;p56"/>
          <p:cNvSpPr txBox="1"/>
          <p:nvPr>
            <p:ph idx="9" type="body"/>
          </p:nvPr>
        </p:nvSpPr>
        <p:spPr>
          <a:xfrm>
            <a:off x="3808863" y="3615050"/>
            <a:ext cx="2296500" cy="999900"/>
          </a:xfrm>
          <a:prstGeom prst="rect">
            <a:avLst/>
          </a:prstGeom>
        </p:spPr>
        <p:txBody>
          <a:bodyPr anchorCtr="0" anchor="t" bIns="91425" lIns="91425" spcFirstLastPara="1" rIns="91425" wrap="square" tIns="91425">
            <a:normAutofit/>
          </a:bodyPr>
          <a:lstStyle/>
          <a:p>
            <a:pPr indent="-120650" lvl="0" marL="114300" rtl="0" algn="l">
              <a:lnSpc>
                <a:spcPct val="100000"/>
              </a:lnSpc>
              <a:spcBef>
                <a:spcPts val="0"/>
              </a:spcBef>
              <a:spcAft>
                <a:spcPts val="0"/>
              </a:spcAft>
              <a:buClr>
                <a:schemeClr val="accent3"/>
              </a:buClr>
              <a:buSzPts val="1000"/>
              <a:buChar char="➔"/>
            </a:pPr>
            <a:r>
              <a:rPr lang="en">
                <a:solidFill>
                  <a:schemeClr val="dk2"/>
                </a:solidFill>
              </a:rPr>
              <a:t>train.py</a:t>
            </a:r>
            <a:endParaRPr>
              <a:solidFill>
                <a:schemeClr val="dk2"/>
              </a:solidFill>
            </a:endParaRPr>
          </a:p>
          <a:p>
            <a:pPr indent="-120650" lvl="0" marL="114300" rtl="0" algn="l">
              <a:lnSpc>
                <a:spcPct val="100000"/>
              </a:lnSpc>
              <a:spcBef>
                <a:spcPts val="0"/>
              </a:spcBef>
              <a:spcAft>
                <a:spcPts val="0"/>
              </a:spcAft>
              <a:buClr>
                <a:schemeClr val="accent3"/>
              </a:buClr>
              <a:buSzPts val="1000"/>
              <a:buChar char="➔"/>
            </a:pPr>
            <a:r>
              <a:rPr lang="en">
                <a:solidFill>
                  <a:schemeClr val="dk2"/>
                </a:solidFill>
              </a:rPr>
              <a:t>U-Net.py</a:t>
            </a:r>
            <a:endParaRPr>
              <a:solidFill>
                <a:schemeClr val="dk2"/>
              </a:solidFill>
            </a:endParaRPr>
          </a:p>
        </p:txBody>
      </p:sp>
      <p:sp>
        <p:nvSpPr>
          <p:cNvPr id="964" name="Google Shape;964;p56"/>
          <p:cNvSpPr txBox="1"/>
          <p:nvPr>
            <p:ph idx="13" type="body"/>
          </p:nvPr>
        </p:nvSpPr>
        <p:spPr>
          <a:xfrm>
            <a:off x="6291713" y="3615050"/>
            <a:ext cx="2296500" cy="999900"/>
          </a:xfrm>
          <a:prstGeom prst="rect">
            <a:avLst/>
          </a:prstGeom>
        </p:spPr>
        <p:txBody>
          <a:bodyPr anchorCtr="0" anchor="t" bIns="91425" lIns="91425" spcFirstLastPara="1" rIns="91425" wrap="square" tIns="91425">
            <a:normAutofit/>
          </a:bodyPr>
          <a:lstStyle/>
          <a:p>
            <a:pPr indent="-120650" lvl="0" marL="114300" rtl="0" algn="l">
              <a:spcBef>
                <a:spcPts val="0"/>
              </a:spcBef>
              <a:spcAft>
                <a:spcPts val="0"/>
              </a:spcAft>
              <a:buClr>
                <a:schemeClr val="accent3"/>
              </a:buClr>
              <a:buSzPts val="1000"/>
              <a:buChar char="➔"/>
            </a:pPr>
            <a:r>
              <a:rPr lang="en">
                <a:solidFill>
                  <a:schemeClr val="dk2"/>
                </a:solidFill>
              </a:rPr>
              <a:t>evaluate.py</a:t>
            </a:r>
            <a:endParaRPr>
              <a:solidFill>
                <a:schemeClr val="dk2"/>
              </a:solidFill>
            </a:endParaRPr>
          </a:p>
        </p:txBody>
      </p:sp>
      <p:sp>
        <p:nvSpPr>
          <p:cNvPr id="965" name="Google Shape;965;p56"/>
          <p:cNvSpPr txBox="1"/>
          <p:nvPr>
            <p:ph idx="14" type="body"/>
          </p:nvPr>
        </p:nvSpPr>
        <p:spPr>
          <a:xfrm>
            <a:off x="1326025" y="2606200"/>
            <a:ext cx="2296500" cy="999900"/>
          </a:xfrm>
          <a:prstGeom prst="rect">
            <a:avLst/>
          </a:prstGeom>
        </p:spPr>
        <p:txBody>
          <a:bodyPr anchorCtr="0" anchor="t" bIns="91425" lIns="91425" spcFirstLastPara="1" rIns="91425" wrap="square" tIns="91425">
            <a:normAutofit/>
          </a:bodyPr>
          <a:lstStyle/>
          <a:p>
            <a:pPr indent="-120650" lvl="0" marL="114300" rtl="0" algn="l">
              <a:spcBef>
                <a:spcPts val="0"/>
              </a:spcBef>
              <a:spcAft>
                <a:spcPts val="0"/>
              </a:spcAft>
              <a:buClr>
                <a:schemeClr val="accent3"/>
              </a:buClr>
              <a:buSzPts val="1000"/>
              <a:buChar char="➔"/>
            </a:pPr>
            <a:r>
              <a:rPr lang="en">
                <a:solidFill>
                  <a:schemeClr val="dk2"/>
                </a:solidFill>
              </a:rPr>
              <a:t>Create preprocess and data loader functions to take dataset and turn them into interpretable data for the model</a:t>
            </a:r>
            <a:endParaRPr>
              <a:solidFill>
                <a:schemeClr val="dk2"/>
              </a:solidFill>
            </a:endParaRPr>
          </a:p>
        </p:txBody>
      </p:sp>
      <p:sp>
        <p:nvSpPr>
          <p:cNvPr id="966" name="Google Shape;966;p56"/>
          <p:cNvSpPr txBox="1"/>
          <p:nvPr>
            <p:ph idx="16" type="body"/>
          </p:nvPr>
        </p:nvSpPr>
        <p:spPr>
          <a:xfrm>
            <a:off x="6291713" y="2606200"/>
            <a:ext cx="2296500" cy="999900"/>
          </a:xfrm>
          <a:prstGeom prst="rect">
            <a:avLst/>
          </a:prstGeom>
        </p:spPr>
        <p:txBody>
          <a:bodyPr anchorCtr="0" anchor="t" bIns="91425" lIns="91425" spcFirstLastPara="1" rIns="91425" wrap="square" tIns="91425">
            <a:normAutofit/>
          </a:bodyPr>
          <a:lstStyle/>
          <a:p>
            <a:pPr indent="-120650" lvl="0" marL="114300" rtl="0" algn="l">
              <a:spcBef>
                <a:spcPts val="0"/>
              </a:spcBef>
              <a:spcAft>
                <a:spcPts val="0"/>
              </a:spcAft>
              <a:buClr>
                <a:schemeClr val="accent3"/>
              </a:buClr>
              <a:buSzPts val="1000"/>
              <a:buChar char="➔"/>
            </a:pPr>
            <a:r>
              <a:rPr lang="en">
                <a:solidFill>
                  <a:schemeClr val="dk2"/>
                </a:solidFill>
              </a:rPr>
              <a:t>Create evaluation function with several metrics and visualization </a:t>
            </a:r>
            <a:r>
              <a:rPr lang="en">
                <a:solidFill>
                  <a:schemeClr val="dk2"/>
                </a:solidFill>
              </a:rPr>
              <a:t>functions</a:t>
            </a:r>
            <a:endParaRPr>
              <a:solidFill>
                <a:schemeClr val="dk2"/>
              </a:solidFill>
            </a:endParaRPr>
          </a:p>
        </p:txBody>
      </p:sp>
      <p:sp>
        <p:nvSpPr>
          <p:cNvPr id="967" name="Google Shape;967;p56"/>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p>
            <a:pPr indent="-120650" lvl="0" marL="114300" rtl="0" algn="l">
              <a:spcBef>
                <a:spcPts val="0"/>
              </a:spcBef>
              <a:spcAft>
                <a:spcPts val="0"/>
              </a:spcAft>
              <a:buClr>
                <a:schemeClr val="accent3"/>
              </a:buClr>
              <a:buSzPts val="1000"/>
              <a:buChar char="➔"/>
            </a:pPr>
            <a:r>
              <a:rPr lang="en">
                <a:solidFill>
                  <a:schemeClr val="dk2"/>
                </a:solidFill>
              </a:rPr>
              <a:t>dataLoader.p</a:t>
            </a:r>
            <a:r>
              <a:rPr lang="en">
                <a:solidFill>
                  <a:schemeClr val="dk2"/>
                </a:solidFill>
              </a:rPr>
              <a:t>y</a:t>
            </a:r>
            <a:endParaRPr>
              <a:solidFill>
                <a:schemeClr val="dk2"/>
              </a:solidFill>
            </a:endParaRPr>
          </a:p>
          <a:p>
            <a:pPr indent="-120650" lvl="0" marL="114300" rtl="0" algn="l">
              <a:spcBef>
                <a:spcPts val="0"/>
              </a:spcBef>
              <a:spcAft>
                <a:spcPts val="0"/>
              </a:spcAft>
              <a:buClr>
                <a:schemeClr val="accent3"/>
              </a:buClr>
              <a:buSzPts val="1000"/>
              <a:buChar char="➔"/>
            </a:pPr>
            <a:r>
              <a:rPr lang="en">
                <a:solidFill>
                  <a:schemeClr val="dk2"/>
                </a:solidFill>
              </a:rPr>
              <a:t>chips.py</a:t>
            </a:r>
            <a:endParaRPr>
              <a:solidFill>
                <a:schemeClr val="dk2"/>
              </a:solidFill>
            </a:endParaRPr>
          </a:p>
        </p:txBody>
      </p:sp>
      <p:cxnSp>
        <p:nvCxnSpPr>
          <p:cNvPr id="968" name="Google Shape;968;p56"/>
          <p:cNvCxnSpPr/>
          <p:nvPr/>
        </p:nvCxnSpPr>
        <p:spPr>
          <a:xfrm>
            <a:off x="1409275" y="1385175"/>
            <a:ext cx="7734900" cy="0"/>
          </a:xfrm>
          <a:prstGeom prst="straightConnector1">
            <a:avLst/>
          </a:prstGeom>
          <a:noFill/>
          <a:ln cap="flat" cmpd="sng" w="19050">
            <a:solidFill>
              <a:schemeClr val="accent5"/>
            </a:solidFill>
            <a:prstDash val="solid"/>
            <a:round/>
            <a:headEnd len="med" w="med" type="none"/>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2" name="Shape 972"/>
        <p:cNvGrpSpPr/>
        <p:nvPr/>
      </p:nvGrpSpPr>
      <p:grpSpPr>
        <a:xfrm>
          <a:off x="0" y="0"/>
          <a:ext cx="0" cy="0"/>
          <a:chOff x="0" y="0"/>
          <a:chExt cx="0" cy="0"/>
        </a:xfrm>
      </p:grpSpPr>
      <p:sp>
        <p:nvSpPr>
          <p:cNvPr id="973" name="Google Shape;973;p57"/>
          <p:cNvSpPr/>
          <p:nvPr/>
        </p:nvSpPr>
        <p:spPr>
          <a:xfrm rot="-5400000">
            <a:off x="2749519" y="1219632"/>
            <a:ext cx="519600" cy="13953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64300" lIns="64300" spcFirstLastPara="1" rIns="64300" wrap="square" tIns="64300">
            <a:noAutofit/>
          </a:bodyPr>
          <a:lstStyle/>
          <a:p>
            <a:pPr indent="0" lvl="0" marL="0" rtl="0" algn="ctr">
              <a:spcBef>
                <a:spcPts val="0"/>
              </a:spcBef>
              <a:spcAft>
                <a:spcPts val="0"/>
              </a:spcAft>
              <a:buNone/>
            </a:pPr>
            <a:r>
              <a:t/>
            </a:r>
            <a:endParaRPr sz="633">
              <a:solidFill>
                <a:schemeClr val="lt1"/>
              </a:solidFill>
              <a:latin typeface="Sora"/>
              <a:ea typeface="Sora"/>
              <a:cs typeface="Sora"/>
              <a:sym typeface="Sora"/>
            </a:endParaRPr>
          </a:p>
        </p:txBody>
      </p:sp>
      <p:sp>
        <p:nvSpPr>
          <p:cNvPr id="974" name="Google Shape;974;p57"/>
          <p:cNvSpPr/>
          <p:nvPr/>
        </p:nvSpPr>
        <p:spPr>
          <a:xfrm rot="-5400000">
            <a:off x="4030165" y="1219632"/>
            <a:ext cx="519600" cy="13953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64300" lIns="64300" spcFirstLastPara="1" rIns="64300" wrap="square" tIns="64300">
            <a:noAutofit/>
          </a:bodyPr>
          <a:lstStyle/>
          <a:p>
            <a:pPr indent="0" lvl="0" marL="0" rtl="0" algn="ctr">
              <a:spcBef>
                <a:spcPts val="0"/>
              </a:spcBef>
              <a:spcAft>
                <a:spcPts val="0"/>
              </a:spcAft>
              <a:buNone/>
            </a:pPr>
            <a:r>
              <a:t/>
            </a:r>
            <a:endParaRPr sz="633">
              <a:solidFill>
                <a:schemeClr val="lt1"/>
              </a:solidFill>
              <a:latin typeface="Sora"/>
              <a:ea typeface="Sora"/>
              <a:cs typeface="Sora"/>
              <a:sym typeface="Sora"/>
            </a:endParaRPr>
          </a:p>
        </p:txBody>
      </p:sp>
      <p:sp>
        <p:nvSpPr>
          <p:cNvPr id="975" name="Google Shape;975;p57"/>
          <p:cNvSpPr/>
          <p:nvPr/>
        </p:nvSpPr>
        <p:spPr>
          <a:xfrm rot="-5400000">
            <a:off x="2749519" y="1741891"/>
            <a:ext cx="519600" cy="13953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64300" lIns="64300" spcFirstLastPara="1" rIns="64300" wrap="square" tIns="64300">
            <a:noAutofit/>
          </a:bodyPr>
          <a:lstStyle/>
          <a:p>
            <a:pPr indent="0" lvl="0" marL="0" rtl="0" algn="ctr">
              <a:spcBef>
                <a:spcPts val="0"/>
              </a:spcBef>
              <a:spcAft>
                <a:spcPts val="0"/>
              </a:spcAft>
              <a:buNone/>
            </a:pPr>
            <a:r>
              <a:t/>
            </a:r>
            <a:endParaRPr sz="633">
              <a:solidFill>
                <a:schemeClr val="lt1"/>
              </a:solidFill>
              <a:latin typeface="Sora"/>
              <a:ea typeface="Sora"/>
              <a:cs typeface="Sora"/>
              <a:sym typeface="Sora"/>
            </a:endParaRPr>
          </a:p>
        </p:txBody>
      </p:sp>
      <p:sp>
        <p:nvSpPr>
          <p:cNvPr id="976" name="Google Shape;976;p57"/>
          <p:cNvSpPr/>
          <p:nvPr/>
        </p:nvSpPr>
        <p:spPr>
          <a:xfrm rot="-5400000">
            <a:off x="4030165" y="1739284"/>
            <a:ext cx="519600" cy="13953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64300" lIns="64300" spcFirstLastPara="1" rIns="64300" wrap="square" tIns="64300">
            <a:noAutofit/>
          </a:bodyPr>
          <a:lstStyle/>
          <a:p>
            <a:pPr indent="0" lvl="0" marL="0" rtl="0" algn="ctr">
              <a:spcBef>
                <a:spcPts val="0"/>
              </a:spcBef>
              <a:spcAft>
                <a:spcPts val="0"/>
              </a:spcAft>
              <a:buNone/>
            </a:pPr>
            <a:r>
              <a:t/>
            </a:r>
            <a:endParaRPr sz="633">
              <a:solidFill>
                <a:schemeClr val="lt1"/>
              </a:solidFill>
              <a:latin typeface="Sora"/>
              <a:ea typeface="Sora"/>
              <a:cs typeface="Sora"/>
              <a:sym typeface="Sora"/>
            </a:endParaRPr>
          </a:p>
        </p:txBody>
      </p:sp>
      <p:sp>
        <p:nvSpPr>
          <p:cNvPr id="977" name="Google Shape;977;p57"/>
          <p:cNvSpPr/>
          <p:nvPr/>
        </p:nvSpPr>
        <p:spPr>
          <a:xfrm rot="-5400000">
            <a:off x="2749519" y="697411"/>
            <a:ext cx="519600" cy="13953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64300" lIns="64300" spcFirstLastPara="1" rIns="64300" wrap="square" tIns="64300">
            <a:noAutofit/>
          </a:bodyPr>
          <a:lstStyle/>
          <a:p>
            <a:pPr indent="0" lvl="0" marL="0" rtl="0" algn="ctr">
              <a:spcBef>
                <a:spcPts val="0"/>
              </a:spcBef>
              <a:spcAft>
                <a:spcPts val="0"/>
              </a:spcAft>
              <a:buNone/>
            </a:pPr>
            <a:r>
              <a:t/>
            </a:r>
            <a:endParaRPr sz="633">
              <a:solidFill>
                <a:schemeClr val="lt1"/>
              </a:solidFill>
              <a:latin typeface="Sora"/>
              <a:ea typeface="Sora"/>
              <a:cs typeface="Sora"/>
              <a:sym typeface="Sora"/>
            </a:endParaRPr>
          </a:p>
        </p:txBody>
      </p:sp>
      <p:sp>
        <p:nvSpPr>
          <p:cNvPr id="978" name="Google Shape;978;p57"/>
          <p:cNvSpPr/>
          <p:nvPr/>
        </p:nvSpPr>
        <p:spPr>
          <a:xfrm rot="-5400000">
            <a:off x="4030165" y="697436"/>
            <a:ext cx="519600" cy="13953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64300" lIns="64300" spcFirstLastPara="1" rIns="64300" wrap="square" tIns="64300">
            <a:noAutofit/>
          </a:bodyPr>
          <a:lstStyle/>
          <a:p>
            <a:pPr indent="0" lvl="0" marL="0" rtl="0" algn="ctr">
              <a:spcBef>
                <a:spcPts val="0"/>
              </a:spcBef>
              <a:spcAft>
                <a:spcPts val="0"/>
              </a:spcAft>
              <a:buNone/>
            </a:pPr>
            <a:r>
              <a:t/>
            </a:r>
            <a:endParaRPr sz="633">
              <a:solidFill>
                <a:schemeClr val="lt1"/>
              </a:solidFill>
              <a:latin typeface="Sora"/>
              <a:ea typeface="Sora"/>
              <a:cs typeface="Sora"/>
              <a:sym typeface="Sora"/>
            </a:endParaRPr>
          </a:p>
        </p:txBody>
      </p:sp>
      <p:sp>
        <p:nvSpPr>
          <p:cNvPr id="979" name="Google Shape;979;p57"/>
          <p:cNvSpPr/>
          <p:nvPr/>
        </p:nvSpPr>
        <p:spPr>
          <a:xfrm rot="5400000">
            <a:off x="1751483" y="1509622"/>
            <a:ext cx="519600" cy="830400"/>
          </a:xfrm>
          <a:prstGeom prst="roundRect">
            <a:avLst>
              <a:gd fmla="val 50000" name="adj"/>
            </a:avLst>
          </a:prstGeom>
          <a:gradFill>
            <a:gsLst>
              <a:gs pos="0">
                <a:schemeClr val="accent3"/>
              </a:gs>
              <a:gs pos="35000">
                <a:schemeClr val="accent3"/>
              </a:gs>
              <a:gs pos="100000">
                <a:schemeClr val="accent1"/>
              </a:gs>
            </a:gsLst>
            <a:lin ang="8099331" scaled="0"/>
          </a:gradFill>
          <a:ln>
            <a:noFill/>
          </a:ln>
        </p:spPr>
        <p:txBody>
          <a:bodyPr anchorCtr="0" anchor="ctr" bIns="64300" lIns="64300" spcFirstLastPara="1" rIns="64300" wrap="square" tIns="64300">
            <a:noAutofit/>
          </a:bodyPr>
          <a:lstStyle/>
          <a:p>
            <a:pPr indent="0" lvl="0" marL="0" rtl="0" algn="ctr">
              <a:spcBef>
                <a:spcPts val="0"/>
              </a:spcBef>
              <a:spcAft>
                <a:spcPts val="0"/>
              </a:spcAft>
              <a:buNone/>
            </a:pPr>
            <a:r>
              <a:t/>
            </a:r>
            <a:endParaRPr sz="633">
              <a:solidFill>
                <a:schemeClr val="lt1"/>
              </a:solidFill>
              <a:latin typeface="Sora"/>
              <a:ea typeface="Sora"/>
              <a:cs typeface="Sora"/>
              <a:sym typeface="Sora"/>
            </a:endParaRPr>
          </a:p>
        </p:txBody>
      </p:sp>
      <p:sp>
        <p:nvSpPr>
          <p:cNvPr id="980" name="Google Shape;980;p57"/>
          <p:cNvSpPr/>
          <p:nvPr/>
        </p:nvSpPr>
        <p:spPr>
          <a:xfrm rot="5400000">
            <a:off x="1751483" y="2026900"/>
            <a:ext cx="519600" cy="830400"/>
          </a:xfrm>
          <a:prstGeom prst="roundRect">
            <a:avLst>
              <a:gd fmla="val 50000" name="adj"/>
            </a:avLst>
          </a:prstGeom>
          <a:gradFill>
            <a:gsLst>
              <a:gs pos="0">
                <a:schemeClr val="accent3"/>
              </a:gs>
              <a:gs pos="35000">
                <a:schemeClr val="accent3"/>
              </a:gs>
              <a:gs pos="100000">
                <a:schemeClr val="accent1"/>
              </a:gs>
            </a:gsLst>
            <a:lin ang="8099331" scaled="0"/>
          </a:gradFill>
          <a:ln>
            <a:noFill/>
          </a:ln>
        </p:spPr>
        <p:txBody>
          <a:bodyPr anchorCtr="0" anchor="ctr" bIns="64300" lIns="64300" spcFirstLastPara="1" rIns="64300" wrap="square" tIns="64300">
            <a:noAutofit/>
          </a:bodyPr>
          <a:lstStyle/>
          <a:p>
            <a:pPr indent="0" lvl="0" marL="0" rtl="0" algn="ctr">
              <a:spcBef>
                <a:spcPts val="0"/>
              </a:spcBef>
              <a:spcAft>
                <a:spcPts val="0"/>
              </a:spcAft>
              <a:buNone/>
            </a:pPr>
            <a:r>
              <a:t/>
            </a:r>
            <a:endParaRPr sz="633">
              <a:solidFill>
                <a:schemeClr val="lt1"/>
              </a:solidFill>
              <a:latin typeface="Sora"/>
              <a:ea typeface="Sora"/>
              <a:cs typeface="Sora"/>
              <a:sym typeface="Sora"/>
            </a:endParaRPr>
          </a:p>
        </p:txBody>
      </p:sp>
      <p:sp>
        <p:nvSpPr>
          <p:cNvPr id="981" name="Google Shape;981;p57"/>
          <p:cNvSpPr/>
          <p:nvPr/>
        </p:nvSpPr>
        <p:spPr>
          <a:xfrm rot="5400000">
            <a:off x="1751483" y="994613"/>
            <a:ext cx="519600" cy="830400"/>
          </a:xfrm>
          <a:prstGeom prst="roundRect">
            <a:avLst>
              <a:gd fmla="val 50000" name="adj"/>
            </a:avLst>
          </a:prstGeom>
          <a:gradFill>
            <a:gsLst>
              <a:gs pos="0">
                <a:schemeClr val="accent3"/>
              </a:gs>
              <a:gs pos="35000">
                <a:schemeClr val="accent3"/>
              </a:gs>
              <a:gs pos="100000">
                <a:schemeClr val="accent1"/>
              </a:gs>
            </a:gsLst>
            <a:lin ang="8099331" scaled="0"/>
          </a:gradFill>
          <a:ln>
            <a:noFill/>
          </a:ln>
        </p:spPr>
        <p:txBody>
          <a:bodyPr anchorCtr="0" anchor="ctr" bIns="64300" lIns="64300" spcFirstLastPara="1" rIns="64300" wrap="square" tIns="64300">
            <a:noAutofit/>
          </a:bodyPr>
          <a:lstStyle/>
          <a:p>
            <a:pPr indent="0" lvl="0" marL="0" rtl="0" algn="ctr">
              <a:spcBef>
                <a:spcPts val="0"/>
              </a:spcBef>
              <a:spcAft>
                <a:spcPts val="0"/>
              </a:spcAft>
              <a:buNone/>
            </a:pPr>
            <a:r>
              <a:t/>
            </a:r>
            <a:endParaRPr sz="633">
              <a:solidFill>
                <a:schemeClr val="lt1"/>
              </a:solidFill>
              <a:latin typeface="Sora"/>
              <a:ea typeface="Sora"/>
              <a:cs typeface="Sora"/>
              <a:sym typeface="Sora"/>
            </a:endParaRPr>
          </a:p>
        </p:txBody>
      </p:sp>
      <p:sp>
        <p:nvSpPr>
          <p:cNvPr id="982" name="Google Shape;982;p57"/>
          <p:cNvSpPr txBox="1"/>
          <p:nvPr>
            <p:ph idx="2" type="title"/>
          </p:nvPr>
        </p:nvSpPr>
        <p:spPr>
          <a:xfrm>
            <a:off x="2335585" y="879800"/>
            <a:ext cx="1379400" cy="252900"/>
          </a:xfrm>
          <a:prstGeom prst="rect">
            <a:avLst/>
          </a:prstGeom>
        </p:spPr>
        <p:txBody>
          <a:bodyPr anchorCtr="0" anchor="ctr" bIns="121825" lIns="121825" spcFirstLastPara="1" rIns="121825" wrap="square" tIns="121825">
            <a:noAutofit/>
          </a:bodyPr>
          <a:lstStyle/>
          <a:p>
            <a:pPr indent="0" lvl="0" marL="0" rtl="0" algn="ctr">
              <a:spcBef>
                <a:spcPts val="0"/>
              </a:spcBef>
              <a:spcAft>
                <a:spcPts val="0"/>
              </a:spcAft>
              <a:buNone/>
            </a:pPr>
            <a:r>
              <a:rPr lang="en" sz="1800"/>
              <a:t>Accuracy</a:t>
            </a:r>
            <a:endParaRPr sz="1800"/>
          </a:p>
        </p:txBody>
      </p:sp>
      <p:sp>
        <p:nvSpPr>
          <p:cNvPr id="983" name="Google Shape;983;p57"/>
          <p:cNvSpPr txBox="1"/>
          <p:nvPr>
            <p:ph idx="3" type="title"/>
          </p:nvPr>
        </p:nvSpPr>
        <p:spPr>
          <a:xfrm>
            <a:off x="3599984" y="879800"/>
            <a:ext cx="1379400" cy="252900"/>
          </a:xfrm>
          <a:prstGeom prst="rect">
            <a:avLst/>
          </a:prstGeom>
        </p:spPr>
        <p:txBody>
          <a:bodyPr anchorCtr="0" anchor="ctr" bIns="121825" lIns="0" spcFirstLastPara="1" rIns="121825" wrap="square" tIns="121825">
            <a:noAutofit/>
          </a:bodyPr>
          <a:lstStyle/>
          <a:p>
            <a:pPr indent="0" lvl="0" marL="0" rtl="0" algn="ctr">
              <a:spcBef>
                <a:spcPts val="0"/>
              </a:spcBef>
              <a:spcAft>
                <a:spcPts val="0"/>
              </a:spcAft>
              <a:buNone/>
            </a:pPr>
            <a:r>
              <a:rPr lang="en" sz="1800"/>
              <a:t>IoU</a:t>
            </a:r>
            <a:endParaRPr sz="1800"/>
          </a:p>
        </p:txBody>
      </p:sp>
      <p:sp>
        <p:nvSpPr>
          <p:cNvPr id="984" name="Google Shape;984;p57"/>
          <p:cNvSpPr txBox="1"/>
          <p:nvPr>
            <p:ph idx="4" type="title"/>
          </p:nvPr>
        </p:nvSpPr>
        <p:spPr>
          <a:xfrm>
            <a:off x="1587559" y="880138"/>
            <a:ext cx="830400" cy="252900"/>
          </a:xfrm>
          <a:prstGeom prst="rect">
            <a:avLst/>
          </a:prstGeom>
        </p:spPr>
        <p:txBody>
          <a:bodyPr anchorCtr="0" anchor="ctr" bIns="121825" lIns="0" spcFirstLastPara="1" rIns="121825" wrap="square" tIns="121825">
            <a:noAutofit/>
          </a:bodyPr>
          <a:lstStyle/>
          <a:p>
            <a:pPr indent="0" lvl="0" marL="0" rtl="0" algn="ctr">
              <a:spcBef>
                <a:spcPts val="0"/>
              </a:spcBef>
              <a:spcAft>
                <a:spcPts val="0"/>
              </a:spcAft>
              <a:buNone/>
            </a:pPr>
            <a:r>
              <a:rPr lang="en" sz="1800"/>
              <a:t>Epoch</a:t>
            </a:r>
            <a:endParaRPr sz="1800"/>
          </a:p>
        </p:txBody>
      </p:sp>
      <p:sp>
        <p:nvSpPr>
          <p:cNvPr id="985" name="Google Shape;985;p57"/>
          <p:cNvSpPr txBox="1"/>
          <p:nvPr>
            <p:ph idx="20" type="title"/>
          </p:nvPr>
        </p:nvSpPr>
        <p:spPr>
          <a:xfrm>
            <a:off x="70625" y="44850"/>
            <a:ext cx="3211200" cy="702000"/>
          </a:xfrm>
          <a:prstGeom prst="rect">
            <a:avLst/>
          </a:prstGeom>
        </p:spPr>
        <p:txBody>
          <a:bodyPr anchorCtr="0" anchor="t" bIns="57925" lIns="57925" spcFirstLastPara="1" rIns="57925" wrap="square" tIns="57925">
            <a:spAutoFit/>
          </a:bodyPr>
          <a:lstStyle/>
          <a:p>
            <a:pPr indent="0" lvl="0" marL="0" rtl="0" algn="l">
              <a:spcBef>
                <a:spcPts val="0"/>
              </a:spcBef>
              <a:spcAft>
                <a:spcPts val="0"/>
              </a:spcAft>
              <a:buNone/>
            </a:pPr>
            <a:r>
              <a:rPr lang="en" sz="3800"/>
              <a:t>Results</a:t>
            </a:r>
            <a:endParaRPr sz="3800"/>
          </a:p>
        </p:txBody>
      </p:sp>
      <p:sp>
        <p:nvSpPr>
          <p:cNvPr id="986" name="Google Shape;986;p57"/>
          <p:cNvSpPr txBox="1"/>
          <p:nvPr>
            <p:ph idx="16" type="title"/>
          </p:nvPr>
        </p:nvSpPr>
        <p:spPr>
          <a:xfrm>
            <a:off x="2418280" y="1187864"/>
            <a:ext cx="1181700" cy="414600"/>
          </a:xfrm>
          <a:prstGeom prst="rect">
            <a:avLst/>
          </a:prstGeom>
        </p:spPr>
        <p:txBody>
          <a:bodyPr anchorCtr="0" anchor="ctr" bIns="64300" lIns="64300" spcFirstLastPara="1" rIns="64300" wrap="square" tIns="64300">
            <a:noAutofit/>
          </a:bodyPr>
          <a:lstStyle/>
          <a:p>
            <a:pPr indent="0" lvl="0" marL="0" rtl="0" algn="ctr">
              <a:spcBef>
                <a:spcPts val="0"/>
              </a:spcBef>
              <a:spcAft>
                <a:spcPts val="0"/>
              </a:spcAft>
              <a:buNone/>
            </a:pPr>
            <a:r>
              <a:rPr lang="en" sz="1603"/>
              <a:t>0.864</a:t>
            </a:r>
            <a:endParaRPr sz="1603"/>
          </a:p>
        </p:txBody>
      </p:sp>
      <p:sp>
        <p:nvSpPr>
          <p:cNvPr id="987" name="Google Shape;987;p57"/>
          <p:cNvSpPr txBox="1"/>
          <p:nvPr>
            <p:ph idx="17" type="title"/>
          </p:nvPr>
        </p:nvSpPr>
        <p:spPr>
          <a:xfrm>
            <a:off x="2418280" y="1710085"/>
            <a:ext cx="1181700" cy="414600"/>
          </a:xfrm>
          <a:prstGeom prst="rect">
            <a:avLst/>
          </a:prstGeom>
        </p:spPr>
        <p:txBody>
          <a:bodyPr anchorCtr="0" anchor="ctr" bIns="64300" lIns="64300" spcFirstLastPara="1" rIns="64300" wrap="square" tIns="64300">
            <a:noAutofit/>
          </a:bodyPr>
          <a:lstStyle/>
          <a:p>
            <a:pPr indent="0" lvl="0" marL="0" rtl="0" algn="ctr">
              <a:spcBef>
                <a:spcPts val="0"/>
              </a:spcBef>
              <a:spcAft>
                <a:spcPts val="0"/>
              </a:spcAft>
              <a:buNone/>
            </a:pPr>
            <a:r>
              <a:rPr lang="en" sz="1603"/>
              <a:t>0.929</a:t>
            </a:r>
            <a:endParaRPr sz="1603"/>
          </a:p>
        </p:txBody>
      </p:sp>
      <p:sp>
        <p:nvSpPr>
          <p:cNvPr id="988" name="Google Shape;988;p57"/>
          <p:cNvSpPr txBox="1"/>
          <p:nvPr>
            <p:ph idx="18" type="title"/>
          </p:nvPr>
        </p:nvSpPr>
        <p:spPr>
          <a:xfrm>
            <a:off x="2418280" y="2232344"/>
            <a:ext cx="1181700" cy="414600"/>
          </a:xfrm>
          <a:prstGeom prst="rect">
            <a:avLst/>
          </a:prstGeom>
        </p:spPr>
        <p:txBody>
          <a:bodyPr anchorCtr="0" anchor="ctr" bIns="64300" lIns="64300" spcFirstLastPara="1" rIns="64300" wrap="square" tIns="64300">
            <a:noAutofit/>
          </a:bodyPr>
          <a:lstStyle/>
          <a:p>
            <a:pPr indent="0" lvl="0" marL="0" rtl="0" algn="ctr">
              <a:spcBef>
                <a:spcPts val="0"/>
              </a:spcBef>
              <a:spcAft>
                <a:spcPts val="0"/>
              </a:spcAft>
              <a:buNone/>
            </a:pPr>
            <a:r>
              <a:rPr lang="en" sz="1603"/>
              <a:t>0.935</a:t>
            </a:r>
            <a:endParaRPr sz="1603"/>
          </a:p>
        </p:txBody>
      </p:sp>
      <p:sp>
        <p:nvSpPr>
          <p:cNvPr id="989" name="Google Shape;989;p57"/>
          <p:cNvSpPr txBox="1"/>
          <p:nvPr>
            <p:ph idx="14" type="title"/>
          </p:nvPr>
        </p:nvSpPr>
        <p:spPr>
          <a:xfrm>
            <a:off x="1596140" y="1214238"/>
            <a:ext cx="688500" cy="408000"/>
          </a:xfrm>
          <a:prstGeom prst="rect">
            <a:avLst/>
          </a:prstGeom>
        </p:spPr>
        <p:txBody>
          <a:bodyPr anchorCtr="0" anchor="ctr" bIns="64300" lIns="64300" spcFirstLastPara="1" rIns="64300" wrap="square" tIns="64300">
            <a:noAutofit/>
          </a:bodyPr>
          <a:lstStyle/>
          <a:p>
            <a:pPr indent="0" lvl="0" marL="0" rtl="0" algn="r">
              <a:spcBef>
                <a:spcPts val="0"/>
              </a:spcBef>
              <a:spcAft>
                <a:spcPts val="0"/>
              </a:spcAft>
              <a:buNone/>
            </a:pPr>
            <a:r>
              <a:rPr lang="en" sz="2403"/>
              <a:t>1</a:t>
            </a:r>
            <a:endParaRPr sz="2403"/>
          </a:p>
        </p:txBody>
      </p:sp>
      <p:sp>
        <p:nvSpPr>
          <p:cNvPr id="990" name="Google Shape;990;p57"/>
          <p:cNvSpPr txBox="1"/>
          <p:nvPr>
            <p:ph idx="7" type="title"/>
          </p:nvPr>
        </p:nvSpPr>
        <p:spPr>
          <a:xfrm>
            <a:off x="3733974" y="1191118"/>
            <a:ext cx="1111800" cy="408000"/>
          </a:xfrm>
          <a:prstGeom prst="rect">
            <a:avLst/>
          </a:prstGeom>
        </p:spPr>
        <p:txBody>
          <a:bodyPr anchorCtr="0" anchor="ctr" bIns="64300" lIns="64300" spcFirstLastPara="1" rIns="64300" wrap="square" tIns="64300">
            <a:noAutofit/>
          </a:bodyPr>
          <a:lstStyle/>
          <a:p>
            <a:pPr indent="0" lvl="0" marL="0" rtl="0" algn="ctr">
              <a:lnSpc>
                <a:spcPct val="100000"/>
              </a:lnSpc>
              <a:spcBef>
                <a:spcPts val="0"/>
              </a:spcBef>
              <a:spcAft>
                <a:spcPts val="0"/>
              </a:spcAft>
              <a:buNone/>
            </a:pPr>
            <a:r>
              <a:rPr lang="en" sz="1603"/>
              <a:t>0.145</a:t>
            </a:r>
            <a:endParaRPr sz="1603"/>
          </a:p>
        </p:txBody>
      </p:sp>
      <p:sp>
        <p:nvSpPr>
          <p:cNvPr id="991" name="Google Shape;991;p57"/>
          <p:cNvSpPr txBox="1"/>
          <p:nvPr>
            <p:ph idx="7" type="title"/>
          </p:nvPr>
        </p:nvSpPr>
        <p:spPr>
          <a:xfrm>
            <a:off x="3733974" y="1713313"/>
            <a:ext cx="1111800" cy="408000"/>
          </a:xfrm>
          <a:prstGeom prst="rect">
            <a:avLst/>
          </a:prstGeom>
        </p:spPr>
        <p:txBody>
          <a:bodyPr anchorCtr="0" anchor="ctr" bIns="64300" lIns="64300" spcFirstLastPara="1" rIns="64300" wrap="square" tIns="64300">
            <a:noAutofit/>
          </a:bodyPr>
          <a:lstStyle/>
          <a:p>
            <a:pPr indent="0" lvl="0" marL="0" rtl="0" algn="ctr">
              <a:lnSpc>
                <a:spcPct val="100000"/>
              </a:lnSpc>
              <a:spcBef>
                <a:spcPts val="0"/>
              </a:spcBef>
              <a:spcAft>
                <a:spcPts val="0"/>
              </a:spcAft>
              <a:buNone/>
            </a:pPr>
            <a:r>
              <a:rPr lang="en" sz="1603"/>
              <a:t>0.267</a:t>
            </a:r>
            <a:endParaRPr sz="1603"/>
          </a:p>
        </p:txBody>
      </p:sp>
      <p:sp>
        <p:nvSpPr>
          <p:cNvPr id="992" name="Google Shape;992;p57"/>
          <p:cNvSpPr txBox="1"/>
          <p:nvPr>
            <p:ph idx="7" type="title"/>
          </p:nvPr>
        </p:nvSpPr>
        <p:spPr>
          <a:xfrm>
            <a:off x="3733974" y="2232966"/>
            <a:ext cx="1111800" cy="408000"/>
          </a:xfrm>
          <a:prstGeom prst="rect">
            <a:avLst/>
          </a:prstGeom>
        </p:spPr>
        <p:txBody>
          <a:bodyPr anchorCtr="0" anchor="ctr" bIns="64300" lIns="64300" spcFirstLastPara="1" rIns="64300" wrap="square" tIns="64300">
            <a:noAutofit/>
          </a:bodyPr>
          <a:lstStyle/>
          <a:p>
            <a:pPr indent="0" lvl="0" marL="0" rtl="0" algn="ctr">
              <a:lnSpc>
                <a:spcPct val="100000"/>
              </a:lnSpc>
              <a:spcBef>
                <a:spcPts val="0"/>
              </a:spcBef>
              <a:spcAft>
                <a:spcPts val="0"/>
              </a:spcAft>
              <a:buNone/>
            </a:pPr>
            <a:r>
              <a:rPr lang="en" sz="1603"/>
              <a:t>0.295</a:t>
            </a:r>
            <a:endParaRPr sz="1603"/>
          </a:p>
        </p:txBody>
      </p:sp>
      <p:sp>
        <p:nvSpPr>
          <p:cNvPr id="993" name="Google Shape;993;p57"/>
          <p:cNvSpPr txBox="1"/>
          <p:nvPr>
            <p:ph idx="14" type="title"/>
          </p:nvPr>
        </p:nvSpPr>
        <p:spPr>
          <a:xfrm>
            <a:off x="1596140" y="1729243"/>
            <a:ext cx="688500" cy="408000"/>
          </a:xfrm>
          <a:prstGeom prst="rect">
            <a:avLst/>
          </a:prstGeom>
        </p:spPr>
        <p:txBody>
          <a:bodyPr anchorCtr="0" anchor="ctr" bIns="64300" lIns="64300" spcFirstLastPara="1" rIns="64300" wrap="square" tIns="64300">
            <a:noAutofit/>
          </a:bodyPr>
          <a:lstStyle/>
          <a:p>
            <a:pPr indent="0" lvl="0" marL="0" rtl="0" algn="r">
              <a:spcBef>
                <a:spcPts val="0"/>
              </a:spcBef>
              <a:spcAft>
                <a:spcPts val="0"/>
              </a:spcAft>
              <a:buNone/>
            </a:pPr>
            <a:r>
              <a:rPr lang="en" sz="2403"/>
              <a:t>10</a:t>
            </a:r>
            <a:endParaRPr sz="2403"/>
          </a:p>
        </p:txBody>
      </p:sp>
      <p:sp>
        <p:nvSpPr>
          <p:cNvPr id="994" name="Google Shape;994;p57"/>
          <p:cNvSpPr txBox="1"/>
          <p:nvPr>
            <p:ph idx="14" type="title"/>
          </p:nvPr>
        </p:nvSpPr>
        <p:spPr>
          <a:xfrm>
            <a:off x="1596140" y="2246517"/>
            <a:ext cx="688500" cy="408000"/>
          </a:xfrm>
          <a:prstGeom prst="rect">
            <a:avLst/>
          </a:prstGeom>
        </p:spPr>
        <p:txBody>
          <a:bodyPr anchorCtr="0" anchor="ctr" bIns="64300" lIns="64300" spcFirstLastPara="1" rIns="64300" wrap="square" tIns="64300">
            <a:noAutofit/>
          </a:bodyPr>
          <a:lstStyle/>
          <a:p>
            <a:pPr indent="0" lvl="0" marL="0" rtl="0" algn="r">
              <a:spcBef>
                <a:spcPts val="0"/>
              </a:spcBef>
              <a:spcAft>
                <a:spcPts val="0"/>
              </a:spcAft>
              <a:buNone/>
            </a:pPr>
            <a:r>
              <a:rPr lang="en" sz="2403"/>
              <a:t>20</a:t>
            </a:r>
            <a:endParaRPr sz="2403"/>
          </a:p>
        </p:txBody>
      </p:sp>
      <p:sp>
        <p:nvSpPr>
          <p:cNvPr id="995" name="Google Shape;995;p57"/>
          <p:cNvSpPr/>
          <p:nvPr/>
        </p:nvSpPr>
        <p:spPr>
          <a:xfrm rot="-5400000">
            <a:off x="5310710" y="1219632"/>
            <a:ext cx="519600" cy="13953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64300" lIns="64300" spcFirstLastPara="1" rIns="64300" wrap="square" tIns="64300">
            <a:noAutofit/>
          </a:bodyPr>
          <a:lstStyle/>
          <a:p>
            <a:pPr indent="0" lvl="0" marL="0" rtl="0" algn="ctr">
              <a:spcBef>
                <a:spcPts val="0"/>
              </a:spcBef>
              <a:spcAft>
                <a:spcPts val="0"/>
              </a:spcAft>
              <a:buNone/>
            </a:pPr>
            <a:r>
              <a:t/>
            </a:r>
            <a:endParaRPr sz="633">
              <a:solidFill>
                <a:schemeClr val="lt1"/>
              </a:solidFill>
              <a:latin typeface="Sora"/>
              <a:ea typeface="Sora"/>
              <a:cs typeface="Sora"/>
              <a:sym typeface="Sora"/>
            </a:endParaRPr>
          </a:p>
        </p:txBody>
      </p:sp>
      <p:sp>
        <p:nvSpPr>
          <p:cNvPr id="996" name="Google Shape;996;p57"/>
          <p:cNvSpPr/>
          <p:nvPr/>
        </p:nvSpPr>
        <p:spPr>
          <a:xfrm rot="-5400000">
            <a:off x="6591357" y="1219632"/>
            <a:ext cx="519600" cy="13953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64300" lIns="64300" spcFirstLastPara="1" rIns="64300" wrap="square" tIns="64300">
            <a:noAutofit/>
          </a:bodyPr>
          <a:lstStyle/>
          <a:p>
            <a:pPr indent="0" lvl="0" marL="0" rtl="0" algn="ctr">
              <a:spcBef>
                <a:spcPts val="0"/>
              </a:spcBef>
              <a:spcAft>
                <a:spcPts val="0"/>
              </a:spcAft>
              <a:buNone/>
            </a:pPr>
            <a:r>
              <a:t/>
            </a:r>
            <a:endParaRPr sz="633">
              <a:solidFill>
                <a:schemeClr val="lt1"/>
              </a:solidFill>
              <a:latin typeface="Sora"/>
              <a:ea typeface="Sora"/>
              <a:cs typeface="Sora"/>
              <a:sym typeface="Sora"/>
            </a:endParaRPr>
          </a:p>
        </p:txBody>
      </p:sp>
      <p:sp>
        <p:nvSpPr>
          <p:cNvPr id="997" name="Google Shape;997;p57"/>
          <p:cNvSpPr/>
          <p:nvPr/>
        </p:nvSpPr>
        <p:spPr>
          <a:xfrm rot="-5400000">
            <a:off x="5310710" y="1741891"/>
            <a:ext cx="519600" cy="13953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64300" lIns="64300" spcFirstLastPara="1" rIns="64300" wrap="square" tIns="64300">
            <a:noAutofit/>
          </a:bodyPr>
          <a:lstStyle/>
          <a:p>
            <a:pPr indent="0" lvl="0" marL="0" rtl="0" algn="ctr">
              <a:spcBef>
                <a:spcPts val="0"/>
              </a:spcBef>
              <a:spcAft>
                <a:spcPts val="0"/>
              </a:spcAft>
              <a:buNone/>
            </a:pPr>
            <a:r>
              <a:t/>
            </a:r>
            <a:endParaRPr sz="633">
              <a:solidFill>
                <a:schemeClr val="lt1"/>
              </a:solidFill>
              <a:latin typeface="Sora"/>
              <a:ea typeface="Sora"/>
              <a:cs typeface="Sora"/>
              <a:sym typeface="Sora"/>
            </a:endParaRPr>
          </a:p>
        </p:txBody>
      </p:sp>
      <p:sp>
        <p:nvSpPr>
          <p:cNvPr id="998" name="Google Shape;998;p57"/>
          <p:cNvSpPr/>
          <p:nvPr/>
        </p:nvSpPr>
        <p:spPr>
          <a:xfrm rot="-5400000">
            <a:off x="6591357" y="1739284"/>
            <a:ext cx="519600" cy="13953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64300" lIns="64300" spcFirstLastPara="1" rIns="64300" wrap="square" tIns="64300">
            <a:noAutofit/>
          </a:bodyPr>
          <a:lstStyle/>
          <a:p>
            <a:pPr indent="0" lvl="0" marL="0" rtl="0" algn="ctr">
              <a:spcBef>
                <a:spcPts val="0"/>
              </a:spcBef>
              <a:spcAft>
                <a:spcPts val="0"/>
              </a:spcAft>
              <a:buNone/>
            </a:pPr>
            <a:r>
              <a:t/>
            </a:r>
            <a:endParaRPr sz="633">
              <a:solidFill>
                <a:schemeClr val="lt1"/>
              </a:solidFill>
              <a:latin typeface="Sora"/>
              <a:ea typeface="Sora"/>
              <a:cs typeface="Sora"/>
              <a:sym typeface="Sora"/>
            </a:endParaRPr>
          </a:p>
        </p:txBody>
      </p:sp>
      <p:sp>
        <p:nvSpPr>
          <p:cNvPr id="999" name="Google Shape;999;p57"/>
          <p:cNvSpPr/>
          <p:nvPr/>
        </p:nvSpPr>
        <p:spPr>
          <a:xfrm rot="-5400000">
            <a:off x="5310710" y="692453"/>
            <a:ext cx="519600" cy="13953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64300" lIns="64300" spcFirstLastPara="1" rIns="64300" wrap="square" tIns="64300">
            <a:noAutofit/>
          </a:bodyPr>
          <a:lstStyle/>
          <a:p>
            <a:pPr indent="0" lvl="0" marL="0" rtl="0" algn="ctr">
              <a:spcBef>
                <a:spcPts val="0"/>
              </a:spcBef>
              <a:spcAft>
                <a:spcPts val="0"/>
              </a:spcAft>
              <a:buNone/>
            </a:pPr>
            <a:r>
              <a:t/>
            </a:r>
            <a:endParaRPr sz="633">
              <a:solidFill>
                <a:schemeClr val="lt1"/>
              </a:solidFill>
              <a:latin typeface="Sora"/>
              <a:ea typeface="Sora"/>
              <a:cs typeface="Sora"/>
              <a:sym typeface="Sora"/>
            </a:endParaRPr>
          </a:p>
        </p:txBody>
      </p:sp>
      <p:sp>
        <p:nvSpPr>
          <p:cNvPr id="1000" name="Google Shape;1000;p57"/>
          <p:cNvSpPr/>
          <p:nvPr/>
        </p:nvSpPr>
        <p:spPr>
          <a:xfrm rot="-5400000">
            <a:off x="6591357" y="697436"/>
            <a:ext cx="519600" cy="13953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64300" lIns="64300" spcFirstLastPara="1" rIns="64300" wrap="square" tIns="64300">
            <a:noAutofit/>
          </a:bodyPr>
          <a:lstStyle/>
          <a:p>
            <a:pPr indent="0" lvl="0" marL="0" rtl="0" algn="ctr">
              <a:spcBef>
                <a:spcPts val="0"/>
              </a:spcBef>
              <a:spcAft>
                <a:spcPts val="0"/>
              </a:spcAft>
              <a:buNone/>
            </a:pPr>
            <a:r>
              <a:t/>
            </a:r>
            <a:endParaRPr sz="633">
              <a:solidFill>
                <a:schemeClr val="lt1"/>
              </a:solidFill>
              <a:latin typeface="Sora"/>
              <a:ea typeface="Sora"/>
              <a:cs typeface="Sora"/>
              <a:sym typeface="Sora"/>
            </a:endParaRPr>
          </a:p>
        </p:txBody>
      </p:sp>
      <p:sp>
        <p:nvSpPr>
          <p:cNvPr id="1001" name="Google Shape;1001;p57"/>
          <p:cNvSpPr txBox="1"/>
          <p:nvPr>
            <p:ph idx="2" type="title"/>
          </p:nvPr>
        </p:nvSpPr>
        <p:spPr>
          <a:xfrm>
            <a:off x="4872809" y="879873"/>
            <a:ext cx="1395300" cy="252900"/>
          </a:xfrm>
          <a:prstGeom prst="rect">
            <a:avLst/>
          </a:prstGeom>
        </p:spPr>
        <p:txBody>
          <a:bodyPr anchorCtr="0" anchor="ctr" bIns="121825" lIns="121825" spcFirstLastPara="1" rIns="121825" wrap="square" tIns="121825">
            <a:noAutofit/>
          </a:bodyPr>
          <a:lstStyle/>
          <a:p>
            <a:pPr indent="0" lvl="0" marL="0" rtl="0" algn="ctr">
              <a:spcBef>
                <a:spcPts val="0"/>
              </a:spcBef>
              <a:spcAft>
                <a:spcPts val="0"/>
              </a:spcAft>
              <a:buNone/>
            </a:pPr>
            <a:r>
              <a:rPr lang="en" sz="1800"/>
              <a:t>Loss</a:t>
            </a:r>
            <a:endParaRPr sz="1800"/>
          </a:p>
        </p:txBody>
      </p:sp>
      <p:sp>
        <p:nvSpPr>
          <p:cNvPr id="1002" name="Google Shape;1002;p57"/>
          <p:cNvSpPr txBox="1"/>
          <p:nvPr>
            <p:ph idx="3" type="title"/>
          </p:nvPr>
        </p:nvSpPr>
        <p:spPr>
          <a:xfrm>
            <a:off x="6161140" y="880167"/>
            <a:ext cx="1395300" cy="252900"/>
          </a:xfrm>
          <a:prstGeom prst="rect">
            <a:avLst/>
          </a:prstGeom>
        </p:spPr>
        <p:txBody>
          <a:bodyPr anchorCtr="0" anchor="ctr" bIns="121825" lIns="0" spcFirstLastPara="1" rIns="121825" wrap="square" tIns="121825">
            <a:noAutofit/>
          </a:bodyPr>
          <a:lstStyle/>
          <a:p>
            <a:pPr indent="0" lvl="0" marL="0" rtl="0" algn="ctr">
              <a:spcBef>
                <a:spcPts val="0"/>
              </a:spcBef>
              <a:spcAft>
                <a:spcPts val="0"/>
              </a:spcAft>
              <a:buNone/>
            </a:pPr>
            <a:r>
              <a:rPr lang="en" sz="1800"/>
              <a:t>Dice</a:t>
            </a:r>
            <a:endParaRPr sz="1800"/>
          </a:p>
        </p:txBody>
      </p:sp>
      <p:sp>
        <p:nvSpPr>
          <p:cNvPr id="1003" name="Google Shape;1003;p57"/>
          <p:cNvSpPr txBox="1"/>
          <p:nvPr>
            <p:ph idx="16" type="title"/>
          </p:nvPr>
        </p:nvSpPr>
        <p:spPr>
          <a:xfrm>
            <a:off x="4979471" y="1187864"/>
            <a:ext cx="1181700" cy="414600"/>
          </a:xfrm>
          <a:prstGeom prst="rect">
            <a:avLst/>
          </a:prstGeom>
        </p:spPr>
        <p:txBody>
          <a:bodyPr anchorCtr="0" anchor="ctr" bIns="64300" lIns="64300" spcFirstLastPara="1" rIns="64300" wrap="square" tIns="64300">
            <a:noAutofit/>
          </a:bodyPr>
          <a:lstStyle/>
          <a:p>
            <a:pPr indent="0" lvl="0" marL="0" rtl="0" algn="ctr">
              <a:spcBef>
                <a:spcPts val="0"/>
              </a:spcBef>
              <a:spcAft>
                <a:spcPts val="0"/>
              </a:spcAft>
              <a:buNone/>
            </a:pPr>
            <a:r>
              <a:rPr lang="en" sz="1603"/>
              <a:t>2.037</a:t>
            </a:r>
            <a:endParaRPr sz="1603"/>
          </a:p>
        </p:txBody>
      </p:sp>
      <p:sp>
        <p:nvSpPr>
          <p:cNvPr id="1004" name="Google Shape;1004;p57"/>
          <p:cNvSpPr txBox="1"/>
          <p:nvPr>
            <p:ph idx="17" type="title"/>
          </p:nvPr>
        </p:nvSpPr>
        <p:spPr>
          <a:xfrm>
            <a:off x="4979471" y="1710085"/>
            <a:ext cx="1181700" cy="414600"/>
          </a:xfrm>
          <a:prstGeom prst="rect">
            <a:avLst/>
          </a:prstGeom>
        </p:spPr>
        <p:txBody>
          <a:bodyPr anchorCtr="0" anchor="ctr" bIns="64300" lIns="64300" spcFirstLastPara="1" rIns="64300" wrap="square" tIns="64300">
            <a:noAutofit/>
          </a:bodyPr>
          <a:lstStyle/>
          <a:p>
            <a:pPr indent="0" lvl="0" marL="0" rtl="0" algn="ctr">
              <a:spcBef>
                <a:spcPts val="0"/>
              </a:spcBef>
              <a:spcAft>
                <a:spcPts val="0"/>
              </a:spcAft>
              <a:buNone/>
            </a:pPr>
            <a:r>
              <a:rPr lang="en" sz="1603"/>
              <a:t>1.442</a:t>
            </a:r>
            <a:endParaRPr sz="1603"/>
          </a:p>
        </p:txBody>
      </p:sp>
      <p:sp>
        <p:nvSpPr>
          <p:cNvPr id="1005" name="Google Shape;1005;p57"/>
          <p:cNvSpPr txBox="1"/>
          <p:nvPr>
            <p:ph idx="18" type="title"/>
          </p:nvPr>
        </p:nvSpPr>
        <p:spPr>
          <a:xfrm>
            <a:off x="4979471" y="2232344"/>
            <a:ext cx="1181700" cy="414600"/>
          </a:xfrm>
          <a:prstGeom prst="rect">
            <a:avLst/>
          </a:prstGeom>
        </p:spPr>
        <p:txBody>
          <a:bodyPr anchorCtr="0" anchor="ctr" bIns="64300" lIns="64300" spcFirstLastPara="1" rIns="64300" wrap="square" tIns="64300">
            <a:noAutofit/>
          </a:bodyPr>
          <a:lstStyle/>
          <a:p>
            <a:pPr indent="0" lvl="0" marL="0" rtl="0" algn="ctr">
              <a:spcBef>
                <a:spcPts val="0"/>
              </a:spcBef>
              <a:spcAft>
                <a:spcPts val="0"/>
              </a:spcAft>
              <a:buNone/>
            </a:pPr>
            <a:r>
              <a:rPr lang="en" sz="1603"/>
              <a:t>1.295</a:t>
            </a:r>
            <a:endParaRPr sz="1603"/>
          </a:p>
        </p:txBody>
      </p:sp>
      <p:sp>
        <p:nvSpPr>
          <p:cNvPr id="1006" name="Google Shape;1006;p57"/>
          <p:cNvSpPr txBox="1"/>
          <p:nvPr>
            <p:ph idx="7" type="title"/>
          </p:nvPr>
        </p:nvSpPr>
        <p:spPr>
          <a:xfrm>
            <a:off x="6295166" y="1191118"/>
            <a:ext cx="1111800" cy="408000"/>
          </a:xfrm>
          <a:prstGeom prst="rect">
            <a:avLst/>
          </a:prstGeom>
        </p:spPr>
        <p:txBody>
          <a:bodyPr anchorCtr="0" anchor="ctr" bIns="64300" lIns="64300" spcFirstLastPara="1" rIns="64300" wrap="square" tIns="64300">
            <a:noAutofit/>
          </a:bodyPr>
          <a:lstStyle/>
          <a:p>
            <a:pPr indent="0" lvl="0" marL="0" rtl="0" algn="ctr">
              <a:lnSpc>
                <a:spcPct val="100000"/>
              </a:lnSpc>
              <a:spcBef>
                <a:spcPts val="0"/>
              </a:spcBef>
              <a:spcAft>
                <a:spcPts val="0"/>
              </a:spcAft>
              <a:buNone/>
            </a:pPr>
            <a:r>
              <a:rPr lang="en" sz="1603"/>
              <a:t>0.233</a:t>
            </a:r>
            <a:endParaRPr sz="1603"/>
          </a:p>
        </p:txBody>
      </p:sp>
      <p:sp>
        <p:nvSpPr>
          <p:cNvPr id="1007" name="Google Shape;1007;p57"/>
          <p:cNvSpPr txBox="1"/>
          <p:nvPr>
            <p:ph idx="7" type="title"/>
          </p:nvPr>
        </p:nvSpPr>
        <p:spPr>
          <a:xfrm>
            <a:off x="6295166" y="1713313"/>
            <a:ext cx="1111800" cy="408000"/>
          </a:xfrm>
          <a:prstGeom prst="rect">
            <a:avLst/>
          </a:prstGeom>
        </p:spPr>
        <p:txBody>
          <a:bodyPr anchorCtr="0" anchor="ctr" bIns="64300" lIns="64300" spcFirstLastPara="1" rIns="64300" wrap="square" tIns="64300">
            <a:noAutofit/>
          </a:bodyPr>
          <a:lstStyle/>
          <a:p>
            <a:pPr indent="0" lvl="0" marL="0" rtl="0" algn="ctr">
              <a:lnSpc>
                <a:spcPct val="100000"/>
              </a:lnSpc>
              <a:spcBef>
                <a:spcPts val="0"/>
              </a:spcBef>
              <a:spcAft>
                <a:spcPts val="0"/>
              </a:spcAft>
              <a:buNone/>
            </a:pPr>
            <a:r>
              <a:rPr lang="en" sz="1603"/>
              <a:t>0.388</a:t>
            </a:r>
            <a:endParaRPr sz="1603"/>
          </a:p>
        </p:txBody>
      </p:sp>
      <p:sp>
        <p:nvSpPr>
          <p:cNvPr id="1008" name="Google Shape;1008;p57"/>
          <p:cNvSpPr txBox="1"/>
          <p:nvPr>
            <p:ph idx="7" type="title"/>
          </p:nvPr>
        </p:nvSpPr>
        <p:spPr>
          <a:xfrm>
            <a:off x="6295166" y="2232966"/>
            <a:ext cx="1111800" cy="408000"/>
          </a:xfrm>
          <a:prstGeom prst="rect">
            <a:avLst/>
          </a:prstGeom>
        </p:spPr>
        <p:txBody>
          <a:bodyPr anchorCtr="0" anchor="ctr" bIns="64300" lIns="64300" spcFirstLastPara="1" rIns="64300" wrap="square" tIns="64300">
            <a:noAutofit/>
          </a:bodyPr>
          <a:lstStyle/>
          <a:p>
            <a:pPr indent="0" lvl="0" marL="0" rtl="0" algn="ctr">
              <a:lnSpc>
                <a:spcPct val="100000"/>
              </a:lnSpc>
              <a:spcBef>
                <a:spcPts val="0"/>
              </a:spcBef>
              <a:spcAft>
                <a:spcPts val="0"/>
              </a:spcAft>
              <a:buNone/>
            </a:pPr>
            <a:r>
              <a:rPr lang="en" sz="1603"/>
              <a:t>0.421</a:t>
            </a:r>
            <a:endParaRPr sz="1603"/>
          </a:p>
        </p:txBody>
      </p:sp>
      <p:sp>
        <p:nvSpPr>
          <p:cNvPr id="1009" name="Google Shape;1009;p57"/>
          <p:cNvSpPr/>
          <p:nvPr/>
        </p:nvSpPr>
        <p:spPr>
          <a:xfrm rot="-5400000">
            <a:off x="2749477" y="2783966"/>
            <a:ext cx="519600" cy="13953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64300" lIns="64300" spcFirstLastPara="1" rIns="64300" wrap="square" tIns="64300">
            <a:noAutofit/>
          </a:bodyPr>
          <a:lstStyle/>
          <a:p>
            <a:pPr indent="0" lvl="0" marL="0" rtl="0" algn="ctr">
              <a:spcBef>
                <a:spcPts val="0"/>
              </a:spcBef>
              <a:spcAft>
                <a:spcPts val="0"/>
              </a:spcAft>
              <a:buNone/>
            </a:pPr>
            <a:r>
              <a:t/>
            </a:r>
            <a:endParaRPr sz="633">
              <a:solidFill>
                <a:schemeClr val="lt1"/>
              </a:solidFill>
              <a:latin typeface="Sora"/>
              <a:ea typeface="Sora"/>
              <a:cs typeface="Sora"/>
              <a:sym typeface="Sora"/>
            </a:endParaRPr>
          </a:p>
        </p:txBody>
      </p:sp>
      <p:sp>
        <p:nvSpPr>
          <p:cNvPr id="1010" name="Google Shape;1010;p57"/>
          <p:cNvSpPr/>
          <p:nvPr/>
        </p:nvSpPr>
        <p:spPr>
          <a:xfrm rot="-5400000">
            <a:off x="4030123" y="2783966"/>
            <a:ext cx="519600" cy="13953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64300" lIns="64300" spcFirstLastPara="1" rIns="64300" wrap="square" tIns="64300">
            <a:noAutofit/>
          </a:bodyPr>
          <a:lstStyle/>
          <a:p>
            <a:pPr indent="0" lvl="0" marL="0" rtl="0" algn="ctr">
              <a:spcBef>
                <a:spcPts val="0"/>
              </a:spcBef>
              <a:spcAft>
                <a:spcPts val="0"/>
              </a:spcAft>
              <a:buNone/>
            </a:pPr>
            <a:r>
              <a:t/>
            </a:r>
            <a:endParaRPr sz="633">
              <a:solidFill>
                <a:schemeClr val="lt1"/>
              </a:solidFill>
              <a:latin typeface="Sora"/>
              <a:ea typeface="Sora"/>
              <a:cs typeface="Sora"/>
              <a:sym typeface="Sora"/>
            </a:endParaRPr>
          </a:p>
        </p:txBody>
      </p:sp>
      <p:sp>
        <p:nvSpPr>
          <p:cNvPr id="1011" name="Google Shape;1011;p57"/>
          <p:cNvSpPr/>
          <p:nvPr/>
        </p:nvSpPr>
        <p:spPr>
          <a:xfrm rot="-5400000">
            <a:off x="2749477" y="3306225"/>
            <a:ext cx="519600" cy="13953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64300" lIns="64300" spcFirstLastPara="1" rIns="64300" wrap="square" tIns="64300">
            <a:noAutofit/>
          </a:bodyPr>
          <a:lstStyle/>
          <a:p>
            <a:pPr indent="0" lvl="0" marL="0" rtl="0" algn="ctr">
              <a:spcBef>
                <a:spcPts val="0"/>
              </a:spcBef>
              <a:spcAft>
                <a:spcPts val="0"/>
              </a:spcAft>
              <a:buNone/>
            </a:pPr>
            <a:r>
              <a:t/>
            </a:r>
            <a:endParaRPr sz="633">
              <a:solidFill>
                <a:schemeClr val="lt1"/>
              </a:solidFill>
              <a:latin typeface="Sora"/>
              <a:ea typeface="Sora"/>
              <a:cs typeface="Sora"/>
              <a:sym typeface="Sora"/>
            </a:endParaRPr>
          </a:p>
        </p:txBody>
      </p:sp>
      <p:sp>
        <p:nvSpPr>
          <p:cNvPr id="1012" name="Google Shape;1012;p57"/>
          <p:cNvSpPr/>
          <p:nvPr/>
        </p:nvSpPr>
        <p:spPr>
          <a:xfrm rot="-5400000">
            <a:off x="4030123" y="3303619"/>
            <a:ext cx="519600" cy="13953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64300" lIns="64300" spcFirstLastPara="1" rIns="64300" wrap="square" tIns="64300">
            <a:noAutofit/>
          </a:bodyPr>
          <a:lstStyle/>
          <a:p>
            <a:pPr indent="0" lvl="0" marL="0" rtl="0" algn="ctr">
              <a:spcBef>
                <a:spcPts val="0"/>
              </a:spcBef>
              <a:spcAft>
                <a:spcPts val="0"/>
              </a:spcAft>
              <a:buNone/>
            </a:pPr>
            <a:r>
              <a:t/>
            </a:r>
            <a:endParaRPr sz="633">
              <a:solidFill>
                <a:schemeClr val="lt1"/>
              </a:solidFill>
              <a:latin typeface="Sora"/>
              <a:ea typeface="Sora"/>
              <a:cs typeface="Sora"/>
              <a:sym typeface="Sora"/>
            </a:endParaRPr>
          </a:p>
        </p:txBody>
      </p:sp>
      <p:sp>
        <p:nvSpPr>
          <p:cNvPr id="1013" name="Google Shape;1013;p57"/>
          <p:cNvSpPr/>
          <p:nvPr/>
        </p:nvSpPr>
        <p:spPr>
          <a:xfrm rot="-5400000">
            <a:off x="2749477" y="2261746"/>
            <a:ext cx="519600" cy="13953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64300" lIns="64300" spcFirstLastPara="1" rIns="64300" wrap="square" tIns="64300">
            <a:noAutofit/>
          </a:bodyPr>
          <a:lstStyle/>
          <a:p>
            <a:pPr indent="0" lvl="0" marL="0" rtl="0" algn="ctr">
              <a:spcBef>
                <a:spcPts val="0"/>
              </a:spcBef>
              <a:spcAft>
                <a:spcPts val="0"/>
              </a:spcAft>
              <a:buNone/>
            </a:pPr>
            <a:r>
              <a:t/>
            </a:r>
            <a:endParaRPr sz="633">
              <a:solidFill>
                <a:schemeClr val="lt1"/>
              </a:solidFill>
              <a:latin typeface="Sora"/>
              <a:ea typeface="Sora"/>
              <a:cs typeface="Sora"/>
              <a:sym typeface="Sora"/>
            </a:endParaRPr>
          </a:p>
        </p:txBody>
      </p:sp>
      <p:sp>
        <p:nvSpPr>
          <p:cNvPr id="1014" name="Google Shape;1014;p57"/>
          <p:cNvSpPr/>
          <p:nvPr/>
        </p:nvSpPr>
        <p:spPr>
          <a:xfrm rot="-5400000">
            <a:off x="4030123" y="2261771"/>
            <a:ext cx="519600" cy="13953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64300" lIns="64300" spcFirstLastPara="1" rIns="64300" wrap="square" tIns="64300">
            <a:noAutofit/>
          </a:bodyPr>
          <a:lstStyle/>
          <a:p>
            <a:pPr indent="0" lvl="0" marL="0" rtl="0" algn="ctr">
              <a:spcBef>
                <a:spcPts val="0"/>
              </a:spcBef>
              <a:spcAft>
                <a:spcPts val="0"/>
              </a:spcAft>
              <a:buNone/>
            </a:pPr>
            <a:r>
              <a:t/>
            </a:r>
            <a:endParaRPr sz="633">
              <a:solidFill>
                <a:schemeClr val="lt1"/>
              </a:solidFill>
              <a:latin typeface="Sora"/>
              <a:ea typeface="Sora"/>
              <a:cs typeface="Sora"/>
              <a:sym typeface="Sora"/>
            </a:endParaRPr>
          </a:p>
        </p:txBody>
      </p:sp>
      <p:sp>
        <p:nvSpPr>
          <p:cNvPr id="1015" name="Google Shape;1015;p57"/>
          <p:cNvSpPr/>
          <p:nvPr/>
        </p:nvSpPr>
        <p:spPr>
          <a:xfrm rot="5400000">
            <a:off x="1751458" y="3066408"/>
            <a:ext cx="519600" cy="830400"/>
          </a:xfrm>
          <a:prstGeom prst="roundRect">
            <a:avLst>
              <a:gd fmla="val 50000" name="adj"/>
            </a:avLst>
          </a:prstGeom>
          <a:gradFill>
            <a:gsLst>
              <a:gs pos="0">
                <a:schemeClr val="accent3"/>
              </a:gs>
              <a:gs pos="35000">
                <a:schemeClr val="accent3"/>
              </a:gs>
              <a:gs pos="100000">
                <a:schemeClr val="accent1"/>
              </a:gs>
            </a:gsLst>
            <a:lin ang="8099331" scaled="0"/>
          </a:gradFill>
          <a:ln>
            <a:noFill/>
          </a:ln>
        </p:spPr>
        <p:txBody>
          <a:bodyPr anchorCtr="0" anchor="ctr" bIns="64300" lIns="64300" spcFirstLastPara="1" rIns="64300" wrap="square" tIns="64300">
            <a:noAutofit/>
          </a:bodyPr>
          <a:lstStyle/>
          <a:p>
            <a:pPr indent="0" lvl="0" marL="0" rtl="0" algn="ctr">
              <a:spcBef>
                <a:spcPts val="0"/>
              </a:spcBef>
              <a:spcAft>
                <a:spcPts val="0"/>
              </a:spcAft>
              <a:buNone/>
            </a:pPr>
            <a:r>
              <a:t/>
            </a:r>
            <a:endParaRPr sz="633">
              <a:solidFill>
                <a:schemeClr val="lt1"/>
              </a:solidFill>
              <a:latin typeface="Sora"/>
              <a:ea typeface="Sora"/>
              <a:cs typeface="Sora"/>
              <a:sym typeface="Sora"/>
            </a:endParaRPr>
          </a:p>
        </p:txBody>
      </p:sp>
      <p:sp>
        <p:nvSpPr>
          <p:cNvPr id="1016" name="Google Shape;1016;p57"/>
          <p:cNvSpPr/>
          <p:nvPr/>
        </p:nvSpPr>
        <p:spPr>
          <a:xfrm rot="5400000">
            <a:off x="1751458" y="3583686"/>
            <a:ext cx="519600" cy="830400"/>
          </a:xfrm>
          <a:prstGeom prst="roundRect">
            <a:avLst>
              <a:gd fmla="val 50000" name="adj"/>
            </a:avLst>
          </a:prstGeom>
          <a:gradFill>
            <a:gsLst>
              <a:gs pos="0">
                <a:schemeClr val="accent3"/>
              </a:gs>
              <a:gs pos="35000">
                <a:schemeClr val="accent3"/>
              </a:gs>
              <a:gs pos="100000">
                <a:schemeClr val="accent1"/>
              </a:gs>
            </a:gsLst>
            <a:lin ang="8099331" scaled="0"/>
          </a:gradFill>
          <a:ln>
            <a:noFill/>
          </a:ln>
        </p:spPr>
        <p:txBody>
          <a:bodyPr anchorCtr="0" anchor="ctr" bIns="64300" lIns="64300" spcFirstLastPara="1" rIns="64300" wrap="square" tIns="64300">
            <a:noAutofit/>
          </a:bodyPr>
          <a:lstStyle/>
          <a:p>
            <a:pPr indent="0" lvl="0" marL="0" rtl="0" algn="ctr">
              <a:spcBef>
                <a:spcPts val="0"/>
              </a:spcBef>
              <a:spcAft>
                <a:spcPts val="0"/>
              </a:spcAft>
              <a:buNone/>
            </a:pPr>
            <a:r>
              <a:t/>
            </a:r>
            <a:endParaRPr sz="633">
              <a:solidFill>
                <a:schemeClr val="lt1"/>
              </a:solidFill>
              <a:latin typeface="Sora"/>
              <a:ea typeface="Sora"/>
              <a:cs typeface="Sora"/>
              <a:sym typeface="Sora"/>
            </a:endParaRPr>
          </a:p>
        </p:txBody>
      </p:sp>
      <p:sp>
        <p:nvSpPr>
          <p:cNvPr id="1017" name="Google Shape;1017;p57"/>
          <p:cNvSpPr/>
          <p:nvPr/>
        </p:nvSpPr>
        <p:spPr>
          <a:xfrm rot="5400000">
            <a:off x="1751458" y="2551398"/>
            <a:ext cx="519600" cy="830400"/>
          </a:xfrm>
          <a:prstGeom prst="roundRect">
            <a:avLst>
              <a:gd fmla="val 50000" name="adj"/>
            </a:avLst>
          </a:prstGeom>
          <a:gradFill>
            <a:gsLst>
              <a:gs pos="0">
                <a:schemeClr val="accent3"/>
              </a:gs>
              <a:gs pos="35000">
                <a:schemeClr val="accent3"/>
              </a:gs>
              <a:gs pos="100000">
                <a:schemeClr val="accent1"/>
              </a:gs>
            </a:gsLst>
            <a:lin ang="8099331" scaled="0"/>
          </a:gradFill>
          <a:ln>
            <a:noFill/>
          </a:ln>
        </p:spPr>
        <p:txBody>
          <a:bodyPr anchorCtr="0" anchor="ctr" bIns="64300" lIns="64300" spcFirstLastPara="1" rIns="64300" wrap="square" tIns="64300">
            <a:noAutofit/>
          </a:bodyPr>
          <a:lstStyle/>
          <a:p>
            <a:pPr indent="0" lvl="0" marL="0" rtl="0" algn="ctr">
              <a:spcBef>
                <a:spcPts val="0"/>
              </a:spcBef>
              <a:spcAft>
                <a:spcPts val="0"/>
              </a:spcAft>
              <a:buNone/>
            </a:pPr>
            <a:r>
              <a:t/>
            </a:r>
            <a:endParaRPr sz="633">
              <a:solidFill>
                <a:schemeClr val="lt1"/>
              </a:solidFill>
              <a:latin typeface="Sora"/>
              <a:ea typeface="Sora"/>
              <a:cs typeface="Sora"/>
              <a:sym typeface="Sora"/>
            </a:endParaRPr>
          </a:p>
        </p:txBody>
      </p:sp>
      <p:sp>
        <p:nvSpPr>
          <p:cNvPr id="1018" name="Google Shape;1018;p57"/>
          <p:cNvSpPr txBox="1"/>
          <p:nvPr>
            <p:ph idx="16" type="title"/>
          </p:nvPr>
        </p:nvSpPr>
        <p:spPr>
          <a:xfrm>
            <a:off x="2418238" y="2752199"/>
            <a:ext cx="1181700" cy="414600"/>
          </a:xfrm>
          <a:prstGeom prst="rect">
            <a:avLst/>
          </a:prstGeom>
        </p:spPr>
        <p:txBody>
          <a:bodyPr anchorCtr="0" anchor="ctr" bIns="64300" lIns="64300" spcFirstLastPara="1" rIns="64300" wrap="square" tIns="64300">
            <a:noAutofit/>
          </a:bodyPr>
          <a:lstStyle/>
          <a:p>
            <a:pPr indent="0" lvl="0" marL="0" rtl="0" algn="ctr">
              <a:spcBef>
                <a:spcPts val="0"/>
              </a:spcBef>
              <a:spcAft>
                <a:spcPts val="0"/>
              </a:spcAft>
              <a:buNone/>
            </a:pPr>
            <a:r>
              <a:rPr lang="en" sz="1603"/>
              <a:t>0.942</a:t>
            </a:r>
            <a:endParaRPr sz="1603"/>
          </a:p>
        </p:txBody>
      </p:sp>
      <p:sp>
        <p:nvSpPr>
          <p:cNvPr id="1019" name="Google Shape;1019;p57"/>
          <p:cNvSpPr txBox="1"/>
          <p:nvPr>
            <p:ph idx="17" type="title"/>
          </p:nvPr>
        </p:nvSpPr>
        <p:spPr>
          <a:xfrm>
            <a:off x="2418238" y="3274420"/>
            <a:ext cx="1181700" cy="414600"/>
          </a:xfrm>
          <a:prstGeom prst="rect">
            <a:avLst/>
          </a:prstGeom>
        </p:spPr>
        <p:txBody>
          <a:bodyPr anchorCtr="0" anchor="ctr" bIns="64300" lIns="64300" spcFirstLastPara="1" rIns="64300" wrap="square" tIns="64300">
            <a:noAutofit/>
          </a:bodyPr>
          <a:lstStyle/>
          <a:p>
            <a:pPr indent="0" lvl="0" marL="0" rtl="0" algn="ctr">
              <a:spcBef>
                <a:spcPts val="0"/>
              </a:spcBef>
              <a:spcAft>
                <a:spcPts val="0"/>
              </a:spcAft>
              <a:buNone/>
            </a:pPr>
            <a:r>
              <a:rPr lang="en" sz="1603"/>
              <a:t>0.946</a:t>
            </a:r>
            <a:endParaRPr sz="1603"/>
          </a:p>
        </p:txBody>
      </p:sp>
      <p:sp>
        <p:nvSpPr>
          <p:cNvPr id="1020" name="Google Shape;1020;p57"/>
          <p:cNvSpPr txBox="1"/>
          <p:nvPr>
            <p:ph idx="18" type="title"/>
          </p:nvPr>
        </p:nvSpPr>
        <p:spPr>
          <a:xfrm>
            <a:off x="2418238" y="3796678"/>
            <a:ext cx="1181700" cy="414600"/>
          </a:xfrm>
          <a:prstGeom prst="rect">
            <a:avLst/>
          </a:prstGeom>
        </p:spPr>
        <p:txBody>
          <a:bodyPr anchorCtr="0" anchor="ctr" bIns="64300" lIns="64300" spcFirstLastPara="1" rIns="64300" wrap="square" tIns="64300">
            <a:noAutofit/>
          </a:bodyPr>
          <a:lstStyle/>
          <a:p>
            <a:pPr indent="0" lvl="0" marL="0" rtl="0" algn="ctr">
              <a:spcBef>
                <a:spcPts val="0"/>
              </a:spcBef>
              <a:spcAft>
                <a:spcPts val="0"/>
              </a:spcAft>
              <a:buNone/>
            </a:pPr>
            <a:r>
              <a:rPr lang="en" sz="1603"/>
              <a:t>0.951</a:t>
            </a:r>
            <a:endParaRPr sz="1603"/>
          </a:p>
        </p:txBody>
      </p:sp>
      <p:sp>
        <p:nvSpPr>
          <p:cNvPr id="1021" name="Google Shape;1021;p57"/>
          <p:cNvSpPr txBox="1"/>
          <p:nvPr>
            <p:ph idx="14" type="title"/>
          </p:nvPr>
        </p:nvSpPr>
        <p:spPr>
          <a:xfrm>
            <a:off x="1596114" y="2771010"/>
            <a:ext cx="688500" cy="408000"/>
          </a:xfrm>
          <a:prstGeom prst="rect">
            <a:avLst/>
          </a:prstGeom>
        </p:spPr>
        <p:txBody>
          <a:bodyPr anchorCtr="0" anchor="ctr" bIns="64300" lIns="64300" spcFirstLastPara="1" rIns="64300" wrap="square" tIns="64300">
            <a:noAutofit/>
          </a:bodyPr>
          <a:lstStyle/>
          <a:p>
            <a:pPr indent="0" lvl="0" marL="0" rtl="0" algn="r">
              <a:spcBef>
                <a:spcPts val="0"/>
              </a:spcBef>
              <a:spcAft>
                <a:spcPts val="0"/>
              </a:spcAft>
              <a:buNone/>
            </a:pPr>
            <a:r>
              <a:rPr lang="en" sz="2403"/>
              <a:t>30</a:t>
            </a:r>
            <a:endParaRPr sz="2403"/>
          </a:p>
        </p:txBody>
      </p:sp>
      <p:sp>
        <p:nvSpPr>
          <p:cNvPr id="1022" name="Google Shape;1022;p57"/>
          <p:cNvSpPr txBox="1"/>
          <p:nvPr>
            <p:ph idx="7" type="title"/>
          </p:nvPr>
        </p:nvSpPr>
        <p:spPr>
          <a:xfrm>
            <a:off x="3733932" y="2755452"/>
            <a:ext cx="1111800" cy="408000"/>
          </a:xfrm>
          <a:prstGeom prst="rect">
            <a:avLst/>
          </a:prstGeom>
        </p:spPr>
        <p:txBody>
          <a:bodyPr anchorCtr="0" anchor="ctr" bIns="64300" lIns="64300" spcFirstLastPara="1" rIns="64300" wrap="square" tIns="64300">
            <a:noAutofit/>
          </a:bodyPr>
          <a:lstStyle/>
          <a:p>
            <a:pPr indent="0" lvl="0" marL="0" rtl="0" algn="ctr">
              <a:lnSpc>
                <a:spcPct val="100000"/>
              </a:lnSpc>
              <a:spcBef>
                <a:spcPts val="0"/>
              </a:spcBef>
              <a:spcAft>
                <a:spcPts val="0"/>
              </a:spcAft>
              <a:buNone/>
            </a:pPr>
            <a:r>
              <a:rPr lang="en" sz="1603"/>
              <a:t>0.335</a:t>
            </a:r>
            <a:endParaRPr sz="1603"/>
          </a:p>
        </p:txBody>
      </p:sp>
      <p:sp>
        <p:nvSpPr>
          <p:cNvPr id="1023" name="Google Shape;1023;p57"/>
          <p:cNvSpPr txBox="1"/>
          <p:nvPr>
            <p:ph idx="7" type="title"/>
          </p:nvPr>
        </p:nvSpPr>
        <p:spPr>
          <a:xfrm>
            <a:off x="3733932" y="3277648"/>
            <a:ext cx="1111800" cy="408000"/>
          </a:xfrm>
          <a:prstGeom prst="rect">
            <a:avLst/>
          </a:prstGeom>
        </p:spPr>
        <p:txBody>
          <a:bodyPr anchorCtr="0" anchor="ctr" bIns="64300" lIns="64300" spcFirstLastPara="1" rIns="64300" wrap="square" tIns="64300">
            <a:noAutofit/>
          </a:bodyPr>
          <a:lstStyle/>
          <a:p>
            <a:pPr indent="0" lvl="0" marL="0" rtl="0" algn="ctr">
              <a:lnSpc>
                <a:spcPct val="100000"/>
              </a:lnSpc>
              <a:spcBef>
                <a:spcPts val="0"/>
              </a:spcBef>
              <a:spcAft>
                <a:spcPts val="0"/>
              </a:spcAft>
              <a:buNone/>
            </a:pPr>
            <a:r>
              <a:rPr lang="en" sz="1603"/>
              <a:t>0.382</a:t>
            </a:r>
            <a:endParaRPr sz="1603"/>
          </a:p>
        </p:txBody>
      </p:sp>
      <p:sp>
        <p:nvSpPr>
          <p:cNvPr id="1024" name="Google Shape;1024;p57"/>
          <p:cNvSpPr txBox="1"/>
          <p:nvPr>
            <p:ph idx="7" type="title"/>
          </p:nvPr>
        </p:nvSpPr>
        <p:spPr>
          <a:xfrm>
            <a:off x="3733932" y="3797300"/>
            <a:ext cx="1111800" cy="408000"/>
          </a:xfrm>
          <a:prstGeom prst="rect">
            <a:avLst/>
          </a:prstGeom>
        </p:spPr>
        <p:txBody>
          <a:bodyPr anchorCtr="0" anchor="ctr" bIns="64300" lIns="64300" spcFirstLastPara="1" rIns="64300" wrap="square" tIns="64300">
            <a:noAutofit/>
          </a:bodyPr>
          <a:lstStyle/>
          <a:p>
            <a:pPr indent="0" lvl="0" marL="0" rtl="0" algn="ctr">
              <a:lnSpc>
                <a:spcPct val="100000"/>
              </a:lnSpc>
              <a:spcBef>
                <a:spcPts val="0"/>
              </a:spcBef>
              <a:spcAft>
                <a:spcPts val="0"/>
              </a:spcAft>
              <a:buNone/>
            </a:pPr>
            <a:r>
              <a:rPr lang="en" sz="1603"/>
              <a:t>0.446</a:t>
            </a:r>
            <a:endParaRPr sz="1603"/>
          </a:p>
        </p:txBody>
      </p:sp>
      <p:sp>
        <p:nvSpPr>
          <p:cNvPr id="1025" name="Google Shape;1025;p57"/>
          <p:cNvSpPr txBox="1"/>
          <p:nvPr>
            <p:ph idx="14" type="title"/>
          </p:nvPr>
        </p:nvSpPr>
        <p:spPr>
          <a:xfrm>
            <a:off x="1596114" y="3286015"/>
            <a:ext cx="688500" cy="408000"/>
          </a:xfrm>
          <a:prstGeom prst="rect">
            <a:avLst/>
          </a:prstGeom>
        </p:spPr>
        <p:txBody>
          <a:bodyPr anchorCtr="0" anchor="ctr" bIns="64300" lIns="64300" spcFirstLastPara="1" rIns="64300" wrap="square" tIns="64300">
            <a:noAutofit/>
          </a:bodyPr>
          <a:lstStyle/>
          <a:p>
            <a:pPr indent="0" lvl="0" marL="0" rtl="0" algn="r">
              <a:spcBef>
                <a:spcPts val="0"/>
              </a:spcBef>
              <a:spcAft>
                <a:spcPts val="0"/>
              </a:spcAft>
              <a:buNone/>
            </a:pPr>
            <a:r>
              <a:rPr lang="en" sz="2403"/>
              <a:t>40</a:t>
            </a:r>
            <a:endParaRPr sz="2403"/>
          </a:p>
        </p:txBody>
      </p:sp>
      <p:sp>
        <p:nvSpPr>
          <p:cNvPr id="1026" name="Google Shape;1026;p57"/>
          <p:cNvSpPr txBox="1"/>
          <p:nvPr>
            <p:ph idx="14" type="title"/>
          </p:nvPr>
        </p:nvSpPr>
        <p:spPr>
          <a:xfrm>
            <a:off x="1596114" y="3803290"/>
            <a:ext cx="688500" cy="408000"/>
          </a:xfrm>
          <a:prstGeom prst="rect">
            <a:avLst/>
          </a:prstGeom>
        </p:spPr>
        <p:txBody>
          <a:bodyPr anchorCtr="0" anchor="ctr" bIns="64300" lIns="64300" spcFirstLastPara="1" rIns="64300" wrap="square" tIns="64300">
            <a:noAutofit/>
          </a:bodyPr>
          <a:lstStyle/>
          <a:p>
            <a:pPr indent="0" lvl="0" marL="0" rtl="0" algn="r">
              <a:spcBef>
                <a:spcPts val="0"/>
              </a:spcBef>
              <a:spcAft>
                <a:spcPts val="0"/>
              </a:spcAft>
              <a:buNone/>
            </a:pPr>
            <a:r>
              <a:rPr lang="en" sz="2403"/>
              <a:t>50</a:t>
            </a:r>
            <a:endParaRPr sz="2403"/>
          </a:p>
        </p:txBody>
      </p:sp>
      <p:sp>
        <p:nvSpPr>
          <p:cNvPr id="1027" name="Google Shape;1027;p57"/>
          <p:cNvSpPr/>
          <p:nvPr/>
        </p:nvSpPr>
        <p:spPr>
          <a:xfrm rot="-5400000">
            <a:off x="5310668" y="2783966"/>
            <a:ext cx="519600" cy="13953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64300" lIns="64300" spcFirstLastPara="1" rIns="64300" wrap="square" tIns="64300">
            <a:noAutofit/>
          </a:bodyPr>
          <a:lstStyle/>
          <a:p>
            <a:pPr indent="0" lvl="0" marL="0" rtl="0" algn="ctr">
              <a:spcBef>
                <a:spcPts val="0"/>
              </a:spcBef>
              <a:spcAft>
                <a:spcPts val="0"/>
              </a:spcAft>
              <a:buNone/>
            </a:pPr>
            <a:r>
              <a:t/>
            </a:r>
            <a:endParaRPr sz="633">
              <a:solidFill>
                <a:schemeClr val="lt1"/>
              </a:solidFill>
              <a:latin typeface="Sora"/>
              <a:ea typeface="Sora"/>
              <a:cs typeface="Sora"/>
              <a:sym typeface="Sora"/>
            </a:endParaRPr>
          </a:p>
        </p:txBody>
      </p:sp>
      <p:sp>
        <p:nvSpPr>
          <p:cNvPr id="1028" name="Google Shape;1028;p57"/>
          <p:cNvSpPr/>
          <p:nvPr/>
        </p:nvSpPr>
        <p:spPr>
          <a:xfrm rot="-5400000">
            <a:off x="6591315" y="2783966"/>
            <a:ext cx="519600" cy="13953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64300" lIns="64300" spcFirstLastPara="1" rIns="64300" wrap="square" tIns="64300">
            <a:noAutofit/>
          </a:bodyPr>
          <a:lstStyle/>
          <a:p>
            <a:pPr indent="0" lvl="0" marL="0" rtl="0" algn="ctr">
              <a:spcBef>
                <a:spcPts val="0"/>
              </a:spcBef>
              <a:spcAft>
                <a:spcPts val="0"/>
              </a:spcAft>
              <a:buNone/>
            </a:pPr>
            <a:r>
              <a:t/>
            </a:r>
            <a:endParaRPr sz="633">
              <a:solidFill>
                <a:schemeClr val="lt1"/>
              </a:solidFill>
              <a:latin typeface="Sora"/>
              <a:ea typeface="Sora"/>
              <a:cs typeface="Sora"/>
              <a:sym typeface="Sora"/>
            </a:endParaRPr>
          </a:p>
        </p:txBody>
      </p:sp>
      <p:sp>
        <p:nvSpPr>
          <p:cNvPr id="1029" name="Google Shape;1029;p57"/>
          <p:cNvSpPr/>
          <p:nvPr/>
        </p:nvSpPr>
        <p:spPr>
          <a:xfrm rot="-5400000">
            <a:off x="5310668" y="3306225"/>
            <a:ext cx="519600" cy="13953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64300" lIns="64300" spcFirstLastPara="1" rIns="64300" wrap="square" tIns="64300">
            <a:noAutofit/>
          </a:bodyPr>
          <a:lstStyle/>
          <a:p>
            <a:pPr indent="0" lvl="0" marL="0" rtl="0" algn="ctr">
              <a:spcBef>
                <a:spcPts val="0"/>
              </a:spcBef>
              <a:spcAft>
                <a:spcPts val="0"/>
              </a:spcAft>
              <a:buNone/>
            </a:pPr>
            <a:r>
              <a:t/>
            </a:r>
            <a:endParaRPr sz="633">
              <a:solidFill>
                <a:schemeClr val="lt1"/>
              </a:solidFill>
              <a:latin typeface="Sora"/>
              <a:ea typeface="Sora"/>
              <a:cs typeface="Sora"/>
              <a:sym typeface="Sora"/>
            </a:endParaRPr>
          </a:p>
        </p:txBody>
      </p:sp>
      <p:sp>
        <p:nvSpPr>
          <p:cNvPr id="1030" name="Google Shape;1030;p57"/>
          <p:cNvSpPr/>
          <p:nvPr/>
        </p:nvSpPr>
        <p:spPr>
          <a:xfrm rot="-5400000">
            <a:off x="6591315" y="3303619"/>
            <a:ext cx="519600" cy="13953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64300" lIns="64300" spcFirstLastPara="1" rIns="64300" wrap="square" tIns="64300">
            <a:noAutofit/>
          </a:bodyPr>
          <a:lstStyle/>
          <a:p>
            <a:pPr indent="0" lvl="0" marL="0" rtl="0" algn="ctr">
              <a:spcBef>
                <a:spcPts val="0"/>
              </a:spcBef>
              <a:spcAft>
                <a:spcPts val="0"/>
              </a:spcAft>
              <a:buNone/>
            </a:pPr>
            <a:r>
              <a:t/>
            </a:r>
            <a:endParaRPr sz="633">
              <a:solidFill>
                <a:schemeClr val="lt1"/>
              </a:solidFill>
              <a:latin typeface="Sora"/>
              <a:ea typeface="Sora"/>
              <a:cs typeface="Sora"/>
              <a:sym typeface="Sora"/>
            </a:endParaRPr>
          </a:p>
        </p:txBody>
      </p:sp>
      <p:sp>
        <p:nvSpPr>
          <p:cNvPr id="1031" name="Google Shape;1031;p57"/>
          <p:cNvSpPr/>
          <p:nvPr/>
        </p:nvSpPr>
        <p:spPr>
          <a:xfrm rot="-5400000">
            <a:off x="5310668" y="2256787"/>
            <a:ext cx="519600" cy="13953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64300" lIns="64300" spcFirstLastPara="1" rIns="64300" wrap="square" tIns="64300">
            <a:noAutofit/>
          </a:bodyPr>
          <a:lstStyle/>
          <a:p>
            <a:pPr indent="0" lvl="0" marL="0" rtl="0" algn="ctr">
              <a:spcBef>
                <a:spcPts val="0"/>
              </a:spcBef>
              <a:spcAft>
                <a:spcPts val="0"/>
              </a:spcAft>
              <a:buNone/>
            </a:pPr>
            <a:r>
              <a:t/>
            </a:r>
            <a:endParaRPr sz="633">
              <a:solidFill>
                <a:schemeClr val="lt1"/>
              </a:solidFill>
              <a:latin typeface="Sora"/>
              <a:ea typeface="Sora"/>
              <a:cs typeface="Sora"/>
              <a:sym typeface="Sora"/>
            </a:endParaRPr>
          </a:p>
        </p:txBody>
      </p:sp>
      <p:sp>
        <p:nvSpPr>
          <p:cNvPr id="1032" name="Google Shape;1032;p57"/>
          <p:cNvSpPr/>
          <p:nvPr/>
        </p:nvSpPr>
        <p:spPr>
          <a:xfrm rot="-5400000">
            <a:off x="6591315" y="2261771"/>
            <a:ext cx="519600" cy="13953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64300" lIns="64300" spcFirstLastPara="1" rIns="64300" wrap="square" tIns="64300">
            <a:noAutofit/>
          </a:bodyPr>
          <a:lstStyle/>
          <a:p>
            <a:pPr indent="0" lvl="0" marL="0" rtl="0" algn="ctr">
              <a:spcBef>
                <a:spcPts val="0"/>
              </a:spcBef>
              <a:spcAft>
                <a:spcPts val="0"/>
              </a:spcAft>
              <a:buNone/>
            </a:pPr>
            <a:r>
              <a:t/>
            </a:r>
            <a:endParaRPr sz="633">
              <a:solidFill>
                <a:schemeClr val="lt1"/>
              </a:solidFill>
              <a:latin typeface="Sora"/>
              <a:ea typeface="Sora"/>
              <a:cs typeface="Sora"/>
              <a:sym typeface="Sora"/>
            </a:endParaRPr>
          </a:p>
        </p:txBody>
      </p:sp>
      <p:sp>
        <p:nvSpPr>
          <p:cNvPr id="1033" name="Google Shape;1033;p57"/>
          <p:cNvSpPr txBox="1"/>
          <p:nvPr>
            <p:ph idx="16" type="title"/>
          </p:nvPr>
        </p:nvSpPr>
        <p:spPr>
          <a:xfrm>
            <a:off x="4979429" y="2752199"/>
            <a:ext cx="1181700" cy="414600"/>
          </a:xfrm>
          <a:prstGeom prst="rect">
            <a:avLst/>
          </a:prstGeom>
        </p:spPr>
        <p:txBody>
          <a:bodyPr anchorCtr="0" anchor="ctr" bIns="64300" lIns="64300" spcFirstLastPara="1" rIns="64300" wrap="square" tIns="64300">
            <a:noAutofit/>
          </a:bodyPr>
          <a:lstStyle/>
          <a:p>
            <a:pPr indent="0" lvl="0" marL="0" rtl="0" algn="ctr">
              <a:spcBef>
                <a:spcPts val="0"/>
              </a:spcBef>
              <a:spcAft>
                <a:spcPts val="0"/>
              </a:spcAft>
              <a:buNone/>
            </a:pPr>
            <a:r>
              <a:rPr lang="en" sz="1603"/>
              <a:t>1.187</a:t>
            </a:r>
            <a:endParaRPr sz="1603"/>
          </a:p>
        </p:txBody>
      </p:sp>
      <p:sp>
        <p:nvSpPr>
          <p:cNvPr id="1034" name="Google Shape;1034;p57"/>
          <p:cNvSpPr txBox="1"/>
          <p:nvPr>
            <p:ph idx="17" type="title"/>
          </p:nvPr>
        </p:nvSpPr>
        <p:spPr>
          <a:xfrm>
            <a:off x="4979429" y="3274420"/>
            <a:ext cx="1181700" cy="414600"/>
          </a:xfrm>
          <a:prstGeom prst="rect">
            <a:avLst/>
          </a:prstGeom>
        </p:spPr>
        <p:txBody>
          <a:bodyPr anchorCtr="0" anchor="ctr" bIns="64300" lIns="64300" spcFirstLastPara="1" rIns="64300" wrap="square" tIns="64300">
            <a:noAutofit/>
          </a:bodyPr>
          <a:lstStyle/>
          <a:p>
            <a:pPr indent="0" lvl="0" marL="0" rtl="0" algn="ctr">
              <a:spcBef>
                <a:spcPts val="0"/>
              </a:spcBef>
              <a:spcAft>
                <a:spcPts val="0"/>
              </a:spcAft>
              <a:buNone/>
            </a:pPr>
            <a:r>
              <a:rPr lang="en" sz="1603"/>
              <a:t>1.114</a:t>
            </a:r>
            <a:endParaRPr sz="1603"/>
          </a:p>
        </p:txBody>
      </p:sp>
      <p:sp>
        <p:nvSpPr>
          <p:cNvPr id="1035" name="Google Shape;1035;p57"/>
          <p:cNvSpPr txBox="1"/>
          <p:nvPr>
            <p:ph idx="18" type="title"/>
          </p:nvPr>
        </p:nvSpPr>
        <p:spPr>
          <a:xfrm>
            <a:off x="4979429" y="3796678"/>
            <a:ext cx="1181700" cy="414600"/>
          </a:xfrm>
          <a:prstGeom prst="rect">
            <a:avLst/>
          </a:prstGeom>
        </p:spPr>
        <p:txBody>
          <a:bodyPr anchorCtr="0" anchor="ctr" bIns="64300" lIns="64300" spcFirstLastPara="1" rIns="64300" wrap="square" tIns="64300">
            <a:noAutofit/>
          </a:bodyPr>
          <a:lstStyle/>
          <a:p>
            <a:pPr indent="0" lvl="0" marL="0" rtl="0" algn="ctr">
              <a:spcBef>
                <a:spcPts val="0"/>
              </a:spcBef>
              <a:spcAft>
                <a:spcPts val="0"/>
              </a:spcAft>
              <a:buNone/>
            </a:pPr>
            <a:r>
              <a:rPr lang="en" sz="1603"/>
              <a:t>1.009</a:t>
            </a:r>
            <a:endParaRPr sz="1603"/>
          </a:p>
        </p:txBody>
      </p:sp>
      <p:sp>
        <p:nvSpPr>
          <p:cNvPr id="1036" name="Google Shape;1036;p57"/>
          <p:cNvSpPr txBox="1"/>
          <p:nvPr>
            <p:ph idx="7" type="title"/>
          </p:nvPr>
        </p:nvSpPr>
        <p:spPr>
          <a:xfrm>
            <a:off x="6295124" y="2755452"/>
            <a:ext cx="1111800" cy="408000"/>
          </a:xfrm>
          <a:prstGeom prst="rect">
            <a:avLst/>
          </a:prstGeom>
        </p:spPr>
        <p:txBody>
          <a:bodyPr anchorCtr="0" anchor="ctr" bIns="64300" lIns="64300" spcFirstLastPara="1" rIns="64300" wrap="square" tIns="64300">
            <a:noAutofit/>
          </a:bodyPr>
          <a:lstStyle/>
          <a:p>
            <a:pPr indent="0" lvl="0" marL="0" rtl="0" algn="ctr">
              <a:lnSpc>
                <a:spcPct val="100000"/>
              </a:lnSpc>
              <a:spcBef>
                <a:spcPts val="0"/>
              </a:spcBef>
              <a:spcAft>
                <a:spcPts val="0"/>
              </a:spcAft>
              <a:buNone/>
            </a:pPr>
            <a:r>
              <a:rPr lang="en" sz="1603"/>
              <a:t>0.477</a:t>
            </a:r>
            <a:endParaRPr sz="1603"/>
          </a:p>
        </p:txBody>
      </p:sp>
      <p:sp>
        <p:nvSpPr>
          <p:cNvPr id="1037" name="Google Shape;1037;p57"/>
          <p:cNvSpPr txBox="1"/>
          <p:nvPr>
            <p:ph idx="7" type="title"/>
          </p:nvPr>
        </p:nvSpPr>
        <p:spPr>
          <a:xfrm>
            <a:off x="6295124" y="3277648"/>
            <a:ext cx="1111800" cy="408000"/>
          </a:xfrm>
          <a:prstGeom prst="rect">
            <a:avLst/>
          </a:prstGeom>
        </p:spPr>
        <p:txBody>
          <a:bodyPr anchorCtr="0" anchor="ctr" bIns="64300" lIns="64300" spcFirstLastPara="1" rIns="64300" wrap="square" tIns="64300">
            <a:noAutofit/>
          </a:bodyPr>
          <a:lstStyle/>
          <a:p>
            <a:pPr indent="0" lvl="0" marL="0" rtl="0" algn="ctr">
              <a:lnSpc>
                <a:spcPct val="100000"/>
              </a:lnSpc>
              <a:spcBef>
                <a:spcPts val="0"/>
              </a:spcBef>
              <a:spcAft>
                <a:spcPts val="0"/>
              </a:spcAft>
              <a:buNone/>
            </a:pPr>
            <a:r>
              <a:rPr lang="en" sz="1603"/>
              <a:t>0.517</a:t>
            </a:r>
            <a:endParaRPr sz="1603"/>
          </a:p>
        </p:txBody>
      </p:sp>
      <p:sp>
        <p:nvSpPr>
          <p:cNvPr id="1038" name="Google Shape;1038;p57"/>
          <p:cNvSpPr txBox="1"/>
          <p:nvPr>
            <p:ph idx="7" type="title"/>
          </p:nvPr>
        </p:nvSpPr>
        <p:spPr>
          <a:xfrm>
            <a:off x="6295124" y="3797300"/>
            <a:ext cx="1111800" cy="408000"/>
          </a:xfrm>
          <a:prstGeom prst="rect">
            <a:avLst/>
          </a:prstGeom>
        </p:spPr>
        <p:txBody>
          <a:bodyPr anchorCtr="0" anchor="ctr" bIns="64300" lIns="64300" spcFirstLastPara="1" rIns="64300" wrap="square" tIns="64300">
            <a:noAutofit/>
          </a:bodyPr>
          <a:lstStyle/>
          <a:p>
            <a:pPr indent="0" lvl="0" marL="0" rtl="0" algn="ctr">
              <a:lnSpc>
                <a:spcPct val="100000"/>
              </a:lnSpc>
              <a:spcBef>
                <a:spcPts val="0"/>
              </a:spcBef>
              <a:spcAft>
                <a:spcPts val="0"/>
              </a:spcAft>
              <a:buNone/>
            </a:pPr>
            <a:r>
              <a:rPr lang="en" sz="1603"/>
              <a:t>0.583</a:t>
            </a:r>
            <a:endParaRPr sz="1603"/>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sp>
        <p:nvSpPr>
          <p:cNvPr id="1043" name="Google Shape;1043;p58"/>
          <p:cNvSpPr txBox="1"/>
          <p:nvPr>
            <p:ph idx="3" type="title"/>
          </p:nvPr>
        </p:nvSpPr>
        <p:spPr>
          <a:xfrm>
            <a:off x="115025" y="1186175"/>
            <a:ext cx="3104100" cy="520200"/>
          </a:xfrm>
          <a:prstGeom prst="rect">
            <a:avLst/>
          </a:prstGeom>
        </p:spPr>
        <p:txBody>
          <a:bodyPr anchorCtr="0" anchor="t" bIns="91425" lIns="91425" spcFirstLastPara="1" rIns="91425" wrap="square" tIns="0">
            <a:noAutofit/>
          </a:bodyPr>
          <a:lstStyle/>
          <a:p>
            <a:pPr indent="0" lvl="0" marL="0" marR="0" rtl="0" algn="l">
              <a:lnSpc>
                <a:spcPct val="90000"/>
              </a:lnSpc>
              <a:spcBef>
                <a:spcPts val="0"/>
              </a:spcBef>
              <a:spcAft>
                <a:spcPts val="0"/>
              </a:spcAft>
              <a:buNone/>
            </a:pPr>
            <a:r>
              <a:rPr lang="en"/>
              <a:t>Training</a:t>
            </a:r>
            <a:endParaRPr/>
          </a:p>
        </p:txBody>
      </p:sp>
      <p:sp>
        <p:nvSpPr>
          <p:cNvPr id="1044" name="Google Shape;1044;p58"/>
          <p:cNvSpPr txBox="1"/>
          <p:nvPr>
            <p:ph idx="2" type="title"/>
          </p:nvPr>
        </p:nvSpPr>
        <p:spPr>
          <a:xfrm>
            <a:off x="115025" y="502775"/>
            <a:ext cx="6055500" cy="68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Interpreting Results</a:t>
            </a:r>
            <a:endParaRPr/>
          </a:p>
        </p:txBody>
      </p:sp>
      <p:sp>
        <p:nvSpPr>
          <p:cNvPr id="1045" name="Google Shape;1045;p58"/>
          <p:cNvSpPr txBox="1"/>
          <p:nvPr>
            <p:ph idx="4" type="title"/>
          </p:nvPr>
        </p:nvSpPr>
        <p:spPr>
          <a:xfrm>
            <a:off x="3829050" y="1186175"/>
            <a:ext cx="3104100" cy="520200"/>
          </a:xfrm>
          <a:prstGeom prst="rect">
            <a:avLst/>
          </a:prstGeom>
        </p:spPr>
        <p:txBody>
          <a:bodyPr anchorCtr="0" anchor="t" bIns="91425" lIns="91425" spcFirstLastPara="1" rIns="91425" wrap="square" tIns="0">
            <a:noAutofit/>
          </a:bodyPr>
          <a:lstStyle/>
          <a:p>
            <a:pPr indent="0" lvl="0" marL="0" rtl="0" algn="l">
              <a:spcBef>
                <a:spcPts val="0"/>
              </a:spcBef>
              <a:spcAft>
                <a:spcPts val="0"/>
              </a:spcAft>
              <a:buNone/>
            </a:pPr>
            <a:r>
              <a:rPr lang="en"/>
              <a:t>Evaluation</a:t>
            </a:r>
            <a:endParaRPr/>
          </a:p>
        </p:txBody>
      </p:sp>
      <p:sp>
        <p:nvSpPr>
          <p:cNvPr id="1046" name="Google Shape;1046;p58"/>
          <p:cNvSpPr txBox="1"/>
          <p:nvPr>
            <p:ph idx="6" type="body"/>
          </p:nvPr>
        </p:nvSpPr>
        <p:spPr>
          <a:xfrm>
            <a:off x="157000" y="2700300"/>
            <a:ext cx="3168300" cy="1087200"/>
          </a:xfrm>
          <a:prstGeom prst="rect">
            <a:avLst/>
          </a:prstGeom>
        </p:spPr>
        <p:txBody>
          <a:bodyPr anchorCtr="0" anchor="t" bIns="91425" lIns="91425" spcFirstLastPara="1" rIns="0" wrap="square" tIns="91425">
            <a:normAutofit lnSpcReduction="20000"/>
          </a:bodyPr>
          <a:lstStyle/>
          <a:p>
            <a:pPr indent="0" lvl="0" marL="0" rtl="0" algn="l">
              <a:lnSpc>
                <a:spcPct val="115000"/>
              </a:lnSpc>
              <a:spcBef>
                <a:spcPts val="0"/>
              </a:spcBef>
              <a:spcAft>
                <a:spcPts val="0"/>
              </a:spcAft>
              <a:buNone/>
            </a:pPr>
            <a:r>
              <a:rPr lang="en">
                <a:latin typeface="Sora Medium"/>
                <a:ea typeface="Sora Medium"/>
                <a:cs typeface="Sora Medium"/>
                <a:sym typeface="Sora Medium"/>
              </a:rPr>
              <a:t>Accuracy: 0.951</a:t>
            </a:r>
            <a:endParaRPr>
              <a:latin typeface="Sora Medium"/>
              <a:ea typeface="Sora Medium"/>
              <a:cs typeface="Sora Medium"/>
              <a:sym typeface="Sora Medium"/>
            </a:endParaRPr>
          </a:p>
          <a:p>
            <a:pPr indent="0" lvl="0" marL="0" rtl="0" algn="l">
              <a:lnSpc>
                <a:spcPct val="115000"/>
              </a:lnSpc>
              <a:spcBef>
                <a:spcPts val="0"/>
              </a:spcBef>
              <a:spcAft>
                <a:spcPts val="0"/>
              </a:spcAft>
              <a:buNone/>
            </a:pPr>
            <a:r>
              <a:rPr lang="en">
                <a:latin typeface="Sora Medium"/>
                <a:ea typeface="Sora Medium"/>
                <a:cs typeface="Sora Medium"/>
                <a:sym typeface="Sora Medium"/>
              </a:rPr>
              <a:t>IoU:  0.446</a:t>
            </a:r>
            <a:endParaRPr>
              <a:latin typeface="Sora Medium"/>
              <a:ea typeface="Sora Medium"/>
              <a:cs typeface="Sora Medium"/>
              <a:sym typeface="Sora Medium"/>
            </a:endParaRPr>
          </a:p>
          <a:p>
            <a:pPr indent="0" lvl="0" marL="0" rtl="0" algn="l">
              <a:lnSpc>
                <a:spcPct val="115000"/>
              </a:lnSpc>
              <a:spcBef>
                <a:spcPts val="0"/>
              </a:spcBef>
              <a:spcAft>
                <a:spcPts val="0"/>
              </a:spcAft>
              <a:buNone/>
            </a:pPr>
            <a:r>
              <a:rPr lang="en">
                <a:latin typeface="Sora Medium"/>
                <a:ea typeface="Sora Medium"/>
                <a:cs typeface="Sora Medium"/>
                <a:sym typeface="Sora Medium"/>
              </a:rPr>
              <a:t>Loss: 1.009</a:t>
            </a:r>
            <a:endParaRPr>
              <a:latin typeface="Sora Medium"/>
              <a:ea typeface="Sora Medium"/>
              <a:cs typeface="Sora Medium"/>
              <a:sym typeface="Sora Medium"/>
            </a:endParaRPr>
          </a:p>
          <a:p>
            <a:pPr indent="0" lvl="0" marL="0" rtl="0" algn="l">
              <a:lnSpc>
                <a:spcPct val="115000"/>
              </a:lnSpc>
              <a:spcBef>
                <a:spcPts val="0"/>
              </a:spcBef>
              <a:spcAft>
                <a:spcPts val="0"/>
              </a:spcAft>
              <a:buNone/>
            </a:pPr>
            <a:r>
              <a:rPr lang="en">
                <a:latin typeface="Sora Medium"/>
                <a:ea typeface="Sora Medium"/>
                <a:cs typeface="Sora Medium"/>
                <a:sym typeface="Sora Medium"/>
              </a:rPr>
              <a:t>Dice: 0.583</a:t>
            </a:r>
            <a:endParaRPr>
              <a:latin typeface="Sora Medium"/>
              <a:ea typeface="Sora Medium"/>
              <a:cs typeface="Sora Medium"/>
              <a:sym typeface="Sora Medium"/>
            </a:endParaRPr>
          </a:p>
          <a:p>
            <a:pPr indent="0" lvl="0" marL="0" rtl="0" algn="l">
              <a:lnSpc>
                <a:spcPct val="90000"/>
              </a:lnSpc>
              <a:spcBef>
                <a:spcPts val="0"/>
              </a:spcBef>
              <a:spcAft>
                <a:spcPts val="0"/>
              </a:spcAft>
              <a:buNone/>
            </a:pPr>
            <a:r>
              <a:t/>
            </a:r>
            <a:endParaRPr>
              <a:latin typeface="Sora Medium"/>
              <a:ea typeface="Sora Medium"/>
              <a:cs typeface="Sora Medium"/>
              <a:sym typeface="Sora Medium"/>
            </a:endParaRPr>
          </a:p>
          <a:p>
            <a:pPr indent="0" lvl="0" marL="0" rtl="0" algn="l">
              <a:lnSpc>
                <a:spcPct val="90000"/>
              </a:lnSpc>
              <a:spcBef>
                <a:spcPts val="0"/>
              </a:spcBef>
              <a:spcAft>
                <a:spcPts val="0"/>
              </a:spcAft>
              <a:buNone/>
            </a:pPr>
            <a:r>
              <a:rPr lang="en">
                <a:latin typeface="Sora Medium"/>
                <a:ea typeface="Sora Medium"/>
                <a:cs typeface="Sora Medium"/>
                <a:sym typeface="Sora Medium"/>
              </a:rPr>
              <a:t>High accuracy, but low IoU and Dice, model’s accuracy is influence by TN pixels</a:t>
            </a:r>
            <a:endParaRPr>
              <a:latin typeface="Sora Medium"/>
              <a:ea typeface="Sora Medium"/>
              <a:cs typeface="Sora Medium"/>
              <a:sym typeface="Sora Medium"/>
            </a:endParaRPr>
          </a:p>
        </p:txBody>
      </p:sp>
      <p:sp>
        <p:nvSpPr>
          <p:cNvPr id="1047" name="Google Shape;1047;p58"/>
          <p:cNvSpPr txBox="1"/>
          <p:nvPr>
            <p:ph idx="1" type="body"/>
          </p:nvPr>
        </p:nvSpPr>
        <p:spPr>
          <a:xfrm>
            <a:off x="189100" y="1657000"/>
            <a:ext cx="3104100" cy="1087200"/>
          </a:xfrm>
          <a:prstGeom prst="rect">
            <a:avLst/>
          </a:prstGeom>
        </p:spPr>
        <p:txBody>
          <a:bodyPr anchorCtr="0" anchor="t" bIns="91425" lIns="91425" spcFirstLastPara="1" rIns="0" wrap="square" tIns="91425">
            <a:normAutofit/>
          </a:bodyPr>
          <a:lstStyle/>
          <a:p>
            <a:pPr indent="0" lvl="0" marL="0" rtl="0" algn="l">
              <a:lnSpc>
                <a:spcPct val="90000"/>
              </a:lnSpc>
              <a:spcBef>
                <a:spcPts val="0"/>
              </a:spcBef>
              <a:spcAft>
                <a:spcPts val="0"/>
              </a:spcAft>
              <a:buNone/>
            </a:pPr>
            <a:r>
              <a:rPr lang="en">
                <a:latin typeface="Sora Medium"/>
                <a:ea typeface="Sora Medium"/>
                <a:cs typeface="Sora Medium"/>
                <a:sym typeface="Sora Medium"/>
              </a:rPr>
              <a:t>After having the model train over 50 Epochs we notice a few things. Accuracy has an initial spike early on a slowly </a:t>
            </a:r>
            <a:r>
              <a:rPr lang="en">
                <a:latin typeface="Sora Medium"/>
                <a:ea typeface="Sora Medium"/>
                <a:cs typeface="Sora Medium"/>
                <a:sym typeface="Sora Medium"/>
              </a:rPr>
              <a:t>plateaus</a:t>
            </a:r>
            <a:r>
              <a:rPr lang="en">
                <a:latin typeface="Sora Medium"/>
                <a:ea typeface="Sora Medium"/>
                <a:cs typeface="Sora Medium"/>
                <a:sym typeface="Sora Medium"/>
              </a:rPr>
              <a:t>, our early stopping criteria will stop the model to prevent overfitting, however our data shows slow improvement over time.</a:t>
            </a:r>
            <a:endParaRPr>
              <a:latin typeface="Sora Medium"/>
              <a:ea typeface="Sora Medium"/>
              <a:cs typeface="Sora Medium"/>
              <a:sym typeface="Sora Medium"/>
            </a:endParaRPr>
          </a:p>
        </p:txBody>
      </p:sp>
      <p:sp>
        <p:nvSpPr>
          <p:cNvPr id="1048" name="Google Shape;1048;p58"/>
          <p:cNvSpPr txBox="1"/>
          <p:nvPr>
            <p:ph idx="7" type="body"/>
          </p:nvPr>
        </p:nvSpPr>
        <p:spPr>
          <a:xfrm>
            <a:off x="3607950" y="1656999"/>
            <a:ext cx="3104100" cy="889800"/>
          </a:xfrm>
          <a:prstGeom prst="rect">
            <a:avLst/>
          </a:prstGeom>
        </p:spPr>
        <p:txBody>
          <a:bodyPr anchorCtr="0" anchor="t" bIns="91425" lIns="91425" spcFirstLastPara="1" rIns="0" wrap="square" tIns="91425">
            <a:normAutofit/>
          </a:bodyPr>
          <a:lstStyle/>
          <a:p>
            <a:pPr indent="0" lvl="0" marL="0" rtl="0" algn="l">
              <a:lnSpc>
                <a:spcPct val="90000"/>
              </a:lnSpc>
              <a:spcBef>
                <a:spcPts val="0"/>
              </a:spcBef>
              <a:spcAft>
                <a:spcPts val="0"/>
              </a:spcAft>
              <a:buNone/>
            </a:pPr>
            <a:r>
              <a:rPr lang="en">
                <a:latin typeface="Sora Medium"/>
                <a:ea typeface="Sora Medium"/>
                <a:cs typeface="Sora Medium"/>
                <a:sym typeface="Sora Medium"/>
              </a:rPr>
              <a:t>During evaluation we give the model data it has not seen before and record how well it performs on data it has not seen and show some visuals of the predictions.</a:t>
            </a:r>
            <a:endParaRPr>
              <a:solidFill>
                <a:schemeClr val="lt2"/>
              </a:solidFill>
              <a:latin typeface="Sora Medium"/>
              <a:ea typeface="Sora Medium"/>
              <a:cs typeface="Sora Medium"/>
              <a:sym typeface="Sora Medium"/>
            </a:endParaRPr>
          </a:p>
        </p:txBody>
      </p:sp>
      <p:sp>
        <p:nvSpPr>
          <p:cNvPr id="1049" name="Google Shape;1049;p58"/>
          <p:cNvSpPr txBox="1"/>
          <p:nvPr>
            <p:ph idx="8" type="body"/>
          </p:nvPr>
        </p:nvSpPr>
        <p:spPr>
          <a:xfrm>
            <a:off x="3575850" y="2744200"/>
            <a:ext cx="3104100" cy="1038600"/>
          </a:xfrm>
          <a:prstGeom prst="rect">
            <a:avLst/>
          </a:prstGeom>
        </p:spPr>
        <p:txBody>
          <a:bodyPr anchorCtr="0" anchor="t" bIns="91425" lIns="91425" spcFirstLastPara="1" rIns="0" wrap="square" tIns="91425">
            <a:normAutofit/>
          </a:bodyPr>
          <a:lstStyle/>
          <a:p>
            <a:pPr indent="0" lvl="0" marL="0" rtl="0" algn="l">
              <a:lnSpc>
                <a:spcPct val="90000"/>
              </a:lnSpc>
              <a:spcBef>
                <a:spcPts val="0"/>
              </a:spcBef>
              <a:spcAft>
                <a:spcPts val="0"/>
              </a:spcAft>
              <a:buNone/>
            </a:pPr>
            <a:r>
              <a:rPr lang="en">
                <a:latin typeface="Sora Medium"/>
                <a:ea typeface="Sora Medium"/>
                <a:cs typeface="Sora Medium"/>
                <a:sym typeface="Sora Medium"/>
              </a:rPr>
              <a:t>Example Prediction and Confusion Matrix:</a:t>
            </a:r>
            <a:endParaRPr>
              <a:latin typeface="Sora Medium"/>
              <a:ea typeface="Sora Medium"/>
              <a:cs typeface="Sora Medium"/>
              <a:sym typeface="Sora Medium"/>
            </a:endParaRPr>
          </a:p>
          <a:p>
            <a:pPr indent="0" lvl="0" marL="0" rtl="0" algn="l">
              <a:lnSpc>
                <a:spcPct val="90000"/>
              </a:lnSpc>
              <a:spcBef>
                <a:spcPts val="0"/>
              </a:spcBef>
              <a:spcAft>
                <a:spcPts val="0"/>
              </a:spcAft>
              <a:buNone/>
            </a:pPr>
            <a:r>
              <a:t/>
            </a:r>
            <a:endParaRPr>
              <a:latin typeface="Sora Medium"/>
              <a:ea typeface="Sora Medium"/>
              <a:cs typeface="Sora Medium"/>
              <a:sym typeface="Sora Medium"/>
            </a:endParaRPr>
          </a:p>
          <a:p>
            <a:pPr indent="0" lvl="0" marL="0" rtl="0" algn="l">
              <a:lnSpc>
                <a:spcPct val="90000"/>
              </a:lnSpc>
              <a:spcBef>
                <a:spcPts val="0"/>
              </a:spcBef>
              <a:spcAft>
                <a:spcPts val="0"/>
              </a:spcAft>
              <a:buNone/>
            </a:pPr>
            <a:r>
              <a:rPr lang="en">
                <a:latin typeface="Sora Medium"/>
                <a:ea typeface="Sora Medium"/>
                <a:cs typeface="Sora Medium"/>
                <a:sym typeface="Sora Medium"/>
              </a:rPr>
              <a:t>We notice it </a:t>
            </a:r>
            <a:r>
              <a:rPr lang="en">
                <a:latin typeface="Sora Medium"/>
                <a:ea typeface="Sora Medium"/>
                <a:cs typeface="Sora Medium"/>
                <a:sym typeface="Sora Medium"/>
              </a:rPr>
              <a:t>predicts</a:t>
            </a:r>
            <a:r>
              <a:rPr lang="en">
                <a:latin typeface="Sora Medium"/>
                <a:ea typeface="Sora Medium"/>
                <a:cs typeface="Sora Medium"/>
                <a:sym typeface="Sora Medium"/>
              </a:rPr>
              <a:t> well on this sparse </a:t>
            </a:r>
            <a:r>
              <a:rPr lang="en">
                <a:latin typeface="Sora Medium"/>
                <a:ea typeface="Sora Medium"/>
                <a:cs typeface="Sora Medium"/>
                <a:sym typeface="Sora Medium"/>
              </a:rPr>
              <a:t>picture</a:t>
            </a:r>
            <a:r>
              <a:rPr lang="en">
                <a:latin typeface="Sora Medium"/>
                <a:ea typeface="Sora Medium"/>
                <a:cs typeface="Sora Medium"/>
                <a:sym typeface="Sora Medium"/>
              </a:rPr>
              <a:t> with few houses. Take note of incorrect predictions. Across all predictions, performs best by predicting nothing.</a:t>
            </a:r>
            <a:endParaRPr>
              <a:latin typeface="Sora Medium"/>
              <a:ea typeface="Sora Medium"/>
              <a:cs typeface="Sora Medium"/>
              <a:sym typeface="Sora Medium"/>
            </a:endParaRPr>
          </a:p>
        </p:txBody>
      </p:sp>
      <p:cxnSp>
        <p:nvCxnSpPr>
          <p:cNvPr id="1050" name="Google Shape;1050;p58"/>
          <p:cNvCxnSpPr/>
          <p:nvPr/>
        </p:nvCxnSpPr>
        <p:spPr>
          <a:xfrm rot="5400000">
            <a:off x="2206025" y="2430725"/>
            <a:ext cx="2489100" cy="0"/>
          </a:xfrm>
          <a:prstGeom prst="straightConnector1">
            <a:avLst/>
          </a:prstGeom>
          <a:noFill/>
          <a:ln cap="flat" cmpd="sng" w="19050">
            <a:solidFill>
              <a:schemeClr val="accent5"/>
            </a:solidFill>
            <a:prstDash val="solid"/>
            <a:round/>
            <a:headEnd len="med" w="med" type="none"/>
            <a:tailEnd len="med" w="med" type="none"/>
          </a:ln>
        </p:spPr>
      </p:cxnSp>
      <p:pic>
        <p:nvPicPr>
          <p:cNvPr id="1051" name="Google Shape;1051;p58"/>
          <p:cNvPicPr preferRelativeResize="0"/>
          <p:nvPr/>
        </p:nvPicPr>
        <p:blipFill>
          <a:blip r:embed="rId3">
            <a:alphaModFix/>
          </a:blip>
          <a:stretch>
            <a:fillRect/>
          </a:stretch>
        </p:blipFill>
        <p:spPr>
          <a:xfrm>
            <a:off x="3622050" y="3891625"/>
            <a:ext cx="2939400" cy="979800"/>
          </a:xfrm>
          <a:prstGeom prst="rect">
            <a:avLst/>
          </a:prstGeom>
          <a:noFill/>
          <a:ln>
            <a:noFill/>
          </a:ln>
        </p:spPr>
      </p:pic>
      <p:pic>
        <p:nvPicPr>
          <p:cNvPr id="1052" name="Google Shape;1052;p58"/>
          <p:cNvPicPr preferRelativeResize="0"/>
          <p:nvPr/>
        </p:nvPicPr>
        <p:blipFill>
          <a:blip r:embed="rId4">
            <a:alphaModFix/>
          </a:blip>
          <a:stretch>
            <a:fillRect/>
          </a:stretch>
        </p:blipFill>
        <p:spPr>
          <a:xfrm>
            <a:off x="310950" y="3888500"/>
            <a:ext cx="2939400" cy="979800"/>
          </a:xfrm>
          <a:prstGeom prst="rect">
            <a:avLst/>
          </a:prstGeom>
          <a:noFill/>
          <a:ln>
            <a:noFill/>
          </a:ln>
        </p:spPr>
      </p:pic>
      <p:pic>
        <p:nvPicPr>
          <p:cNvPr id="1053" name="Google Shape;1053;p58" title="confusion_matrix.png"/>
          <p:cNvPicPr preferRelativeResize="0"/>
          <p:nvPr/>
        </p:nvPicPr>
        <p:blipFill rotWithShape="1">
          <a:blip r:embed="rId5">
            <a:alphaModFix/>
          </a:blip>
          <a:srcRect b="0" l="0" r="6542" t="0"/>
          <a:stretch/>
        </p:blipFill>
        <p:spPr>
          <a:xfrm>
            <a:off x="6708900" y="2694750"/>
            <a:ext cx="2353950" cy="2099025"/>
          </a:xfrm>
          <a:prstGeom prst="rect">
            <a:avLst/>
          </a:prstGeom>
          <a:noFill/>
          <a:ln>
            <a:noFill/>
          </a:ln>
        </p:spPr>
      </p:pic>
      <p:pic>
        <p:nvPicPr>
          <p:cNvPr id="1054" name="Google Shape;1054;p58" title="prediction_overlay_2.png"/>
          <p:cNvPicPr preferRelativeResize="0"/>
          <p:nvPr/>
        </p:nvPicPr>
        <p:blipFill rotWithShape="1">
          <a:blip r:embed="rId6">
            <a:alphaModFix/>
          </a:blip>
          <a:srcRect b="9415" l="9789" r="7319" t="6139"/>
          <a:stretch/>
        </p:blipFill>
        <p:spPr>
          <a:xfrm>
            <a:off x="6783588" y="228600"/>
            <a:ext cx="2204579" cy="22458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8" name="Shape 1058"/>
        <p:cNvGrpSpPr/>
        <p:nvPr/>
      </p:nvGrpSpPr>
      <p:grpSpPr>
        <a:xfrm>
          <a:off x="0" y="0"/>
          <a:ext cx="0" cy="0"/>
          <a:chOff x="0" y="0"/>
          <a:chExt cx="0" cy="0"/>
        </a:xfrm>
      </p:grpSpPr>
      <p:sp>
        <p:nvSpPr>
          <p:cNvPr id="1059" name="Google Shape;1059;p59"/>
          <p:cNvSpPr txBox="1"/>
          <p:nvPr>
            <p:ph idx="2" type="title"/>
          </p:nvPr>
        </p:nvSpPr>
        <p:spPr>
          <a:xfrm>
            <a:off x="141825" y="161075"/>
            <a:ext cx="3941700" cy="68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Limitations</a:t>
            </a:r>
            <a:endParaRPr/>
          </a:p>
        </p:txBody>
      </p:sp>
      <p:sp>
        <p:nvSpPr>
          <p:cNvPr id="1060" name="Google Shape;1060;p59"/>
          <p:cNvSpPr txBox="1"/>
          <p:nvPr/>
        </p:nvSpPr>
        <p:spPr>
          <a:xfrm>
            <a:off x="1490700" y="960950"/>
            <a:ext cx="6162600" cy="3652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300"/>
              <a:t>Model Limitations</a:t>
            </a:r>
            <a:br>
              <a:rPr b="1" lang="en" sz="1300"/>
            </a:br>
            <a:r>
              <a:rPr lang="en" sz="1300"/>
              <a:t> • Struggled with irregularly shaped or non-rectangular buildings.</a:t>
            </a:r>
            <a:br>
              <a:rPr lang="en" sz="1300"/>
            </a:br>
            <a:r>
              <a:rPr lang="en" sz="1300"/>
              <a:t> • Frequently </a:t>
            </a:r>
            <a:r>
              <a:rPr lang="en" sz="1300"/>
              <a:t>misclassified</a:t>
            </a:r>
            <a:r>
              <a:rPr lang="en" sz="1300"/>
              <a:t> shadows as building regions.</a:t>
            </a:r>
            <a:br>
              <a:rPr lang="en" sz="1300"/>
            </a:br>
            <a:r>
              <a:rPr lang="en" sz="1300"/>
              <a:t> • Difficulty separating small, densely packed structures.</a:t>
            </a:r>
            <a:br>
              <a:rPr lang="en" sz="1300"/>
            </a:br>
            <a:r>
              <a:rPr lang="en" sz="1300"/>
              <a:t> • Produced masks that bleed beyond true building boundaries.</a:t>
            </a:r>
            <a:endParaRPr sz="1300"/>
          </a:p>
          <a:p>
            <a:pPr indent="0" lvl="0" marL="0" rtl="0" algn="l">
              <a:lnSpc>
                <a:spcPct val="115000"/>
              </a:lnSpc>
              <a:spcBef>
                <a:spcPts val="1200"/>
              </a:spcBef>
              <a:spcAft>
                <a:spcPts val="0"/>
              </a:spcAft>
              <a:buNone/>
            </a:pPr>
            <a:r>
              <a:rPr b="1" lang="en" sz="1300"/>
              <a:t>Data &amp; System Constraints</a:t>
            </a:r>
            <a:br>
              <a:rPr b="1" lang="en" sz="1300"/>
            </a:br>
            <a:r>
              <a:rPr lang="en" sz="1300"/>
              <a:t> • Full-resolution images are large, requiring extensive preprocessing to reduce memory and storage demands.</a:t>
            </a:r>
            <a:br>
              <a:rPr lang="en" sz="1300"/>
            </a:br>
            <a:r>
              <a:rPr lang="en" sz="1300"/>
              <a:t> • Preprocessing itself is slow because of the size of the dataset.</a:t>
            </a:r>
            <a:br>
              <a:rPr lang="en" sz="1300"/>
            </a:br>
            <a:r>
              <a:rPr lang="en" sz="1300"/>
              <a:t> • Limited variation in lighting—mostly overhead—reduces the model’s exposure to diverse illumination conditions.</a:t>
            </a:r>
            <a:br>
              <a:rPr lang="en" sz="1300"/>
            </a:br>
            <a:r>
              <a:rPr lang="en" sz="1300"/>
              <a:t> • Landscapes lack diversity, narrowing the range of building types and textures seen during training.</a:t>
            </a:r>
            <a:br>
              <a:rPr lang="en" sz="1300"/>
            </a:br>
            <a:r>
              <a:rPr lang="en" sz="1300"/>
              <a:t> • Spatial resolution is too coarse for very small buildings, leaving some structures only a few pixels wide and hard for the model to detect.</a:t>
            </a:r>
            <a:endParaRPr sz="1300"/>
          </a:p>
          <a:p>
            <a:pPr indent="0" lvl="0" marL="0" rtl="0" algn="l">
              <a:spcBef>
                <a:spcPts val="1200"/>
              </a:spcBef>
              <a:spcAft>
                <a:spcPts val="0"/>
              </a:spcAft>
              <a:buNone/>
            </a:pPr>
            <a:r>
              <a:t/>
            </a:r>
            <a:endParaRPr>
              <a:solidFill>
                <a:schemeClr val="lt1"/>
              </a:solidFill>
              <a:latin typeface="Sora"/>
              <a:ea typeface="Sora"/>
              <a:cs typeface="Sora"/>
              <a:sym typeface="Sor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sp>
        <p:nvSpPr>
          <p:cNvPr id="1065" name="Google Shape;1065;p60"/>
          <p:cNvSpPr txBox="1"/>
          <p:nvPr>
            <p:ph type="title"/>
          </p:nvPr>
        </p:nvSpPr>
        <p:spPr>
          <a:xfrm>
            <a:off x="163725" y="155675"/>
            <a:ext cx="4053300" cy="96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Conclusions</a:t>
            </a:r>
            <a:endParaRPr/>
          </a:p>
        </p:txBody>
      </p:sp>
      <p:sp>
        <p:nvSpPr>
          <p:cNvPr id="1066" name="Google Shape;1066;p60"/>
          <p:cNvSpPr txBox="1"/>
          <p:nvPr/>
        </p:nvSpPr>
        <p:spPr>
          <a:xfrm>
            <a:off x="276500" y="1125275"/>
            <a:ext cx="7702200" cy="382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lt1"/>
                </a:solidFill>
                <a:latin typeface="Sora"/>
                <a:ea typeface="Sora"/>
                <a:cs typeface="Sora"/>
                <a:sym typeface="Sora"/>
              </a:rPr>
              <a:t>Summary:</a:t>
            </a:r>
            <a:endParaRPr b="1" sz="1200">
              <a:solidFill>
                <a:schemeClr val="lt1"/>
              </a:solidFill>
              <a:latin typeface="Sora"/>
              <a:ea typeface="Sora"/>
              <a:cs typeface="Sora"/>
              <a:sym typeface="Sora"/>
            </a:endParaRPr>
          </a:p>
          <a:p>
            <a:pPr indent="-304800" lvl="0" marL="457200" rtl="0" algn="l">
              <a:spcBef>
                <a:spcPts val="0"/>
              </a:spcBef>
              <a:spcAft>
                <a:spcPts val="0"/>
              </a:spcAft>
              <a:buClr>
                <a:schemeClr val="lt1"/>
              </a:buClr>
              <a:buSzPts val="1200"/>
              <a:buFont typeface="Sora"/>
              <a:buChar char="-"/>
            </a:pPr>
            <a:r>
              <a:rPr lang="en" sz="1200">
                <a:solidFill>
                  <a:schemeClr val="lt1"/>
                </a:solidFill>
                <a:latin typeface="Sora"/>
                <a:ea typeface="Sora"/>
                <a:cs typeface="Sora"/>
                <a:sym typeface="Sora"/>
              </a:rPr>
              <a:t>Build U-Net semantic segmentation model to detect buildings in SpaceNet7 satellite imagery.</a:t>
            </a:r>
            <a:endParaRPr sz="1200">
              <a:solidFill>
                <a:schemeClr val="lt1"/>
              </a:solidFill>
              <a:latin typeface="Sora"/>
              <a:ea typeface="Sora"/>
              <a:cs typeface="Sora"/>
              <a:sym typeface="Sora"/>
            </a:endParaRPr>
          </a:p>
          <a:p>
            <a:pPr indent="-304800" lvl="0" marL="457200" rtl="0" algn="l">
              <a:spcBef>
                <a:spcPts val="0"/>
              </a:spcBef>
              <a:spcAft>
                <a:spcPts val="0"/>
              </a:spcAft>
              <a:buClr>
                <a:schemeClr val="lt1"/>
              </a:buClr>
              <a:buSzPts val="1200"/>
              <a:buFont typeface="Sora"/>
              <a:buChar char="-"/>
            </a:pPr>
            <a:r>
              <a:rPr lang="en" sz="1200">
                <a:solidFill>
                  <a:schemeClr val="lt1"/>
                </a:solidFill>
                <a:latin typeface="Sora"/>
                <a:ea typeface="Sora"/>
                <a:cs typeface="Sora"/>
                <a:sym typeface="Sora"/>
              </a:rPr>
              <a:t>Developed a full pipeline:</a:t>
            </a:r>
            <a:endParaRPr sz="1200">
              <a:solidFill>
                <a:schemeClr val="lt1"/>
              </a:solidFill>
              <a:latin typeface="Sora"/>
              <a:ea typeface="Sora"/>
              <a:cs typeface="Sora"/>
              <a:sym typeface="Sora"/>
            </a:endParaRPr>
          </a:p>
          <a:p>
            <a:pPr indent="-304800" lvl="1" marL="914400" rtl="0" algn="l">
              <a:spcBef>
                <a:spcPts val="0"/>
              </a:spcBef>
              <a:spcAft>
                <a:spcPts val="0"/>
              </a:spcAft>
              <a:buClr>
                <a:schemeClr val="lt1"/>
              </a:buClr>
              <a:buSzPts val="1200"/>
              <a:buFont typeface="Sora"/>
              <a:buChar char="-"/>
            </a:pPr>
            <a:r>
              <a:rPr lang="en" sz="1200">
                <a:solidFill>
                  <a:schemeClr val="lt1"/>
                </a:solidFill>
                <a:latin typeface="Sora"/>
                <a:ea typeface="Sora"/>
                <a:cs typeface="Sora"/>
                <a:sym typeface="Sora"/>
              </a:rPr>
              <a:t>Dataset loading</a:t>
            </a:r>
            <a:endParaRPr sz="1200">
              <a:solidFill>
                <a:schemeClr val="lt1"/>
              </a:solidFill>
              <a:latin typeface="Sora"/>
              <a:ea typeface="Sora"/>
              <a:cs typeface="Sora"/>
              <a:sym typeface="Sora"/>
            </a:endParaRPr>
          </a:p>
          <a:p>
            <a:pPr indent="-304800" lvl="1" marL="914400" rtl="0" algn="l">
              <a:spcBef>
                <a:spcPts val="0"/>
              </a:spcBef>
              <a:spcAft>
                <a:spcPts val="0"/>
              </a:spcAft>
              <a:buClr>
                <a:schemeClr val="lt1"/>
              </a:buClr>
              <a:buSzPts val="1200"/>
              <a:buFont typeface="Sora"/>
              <a:buChar char="-"/>
            </a:pPr>
            <a:r>
              <a:rPr lang="en" sz="1200">
                <a:solidFill>
                  <a:schemeClr val="lt1"/>
                </a:solidFill>
                <a:latin typeface="Sora"/>
                <a:ea typeface="Sora"/>
                <a:cs typeface="Sora"/>
                <a:sym typeface="Sora"/>
              </a:rPr>
              <a:t>Chip Generation</a:t>
            </a:r>
            <a:endParaRPr sz="1200">
              <a:solidFill>
                <a:schemeClr val="lt1"/>
              </a:solidFill>
              <a:latin typeface="Sora"/>
              <a:ea typeface="Sora"/>
              <a:cs typeface="Sora"/>
              <a:sym typeface="Sora"/>
            </a:endParaRPr>
          </a:p>
          <a:p>
            <a:pPr indent="-304800" lvl="1" marL="914400" rtl="0" algn="l">
              <a:spcBef>
                <a:spcPts val="0"/>
              </a:spcBef>
              <a:spcAft>
                <a:spcPts val="0"/>
              </a:spcAft>
              <a:buClr>
                <a:schemeClr val="lt1"/>
              </a:buClr>
              <a:buSzPts val="1200"/>
              <a:buFont typeface="Sora"/>
              <a:buChar char="-"/>
            </a:pPr>
            <a:r>
              <a:rPr lang="en" sz="1200">
                <a:solidFill>
                  <a:schemeClr val="lt1"/>
                </a:solidFill>
                <a:latin typeface="Sora"/>
                <a:ea typeface="Sora"/>
                <a:cs typeface="Sora"/>
                <a:sym typeface="Sora"/>
              </a:rPr>
              <a:t>Training</a:t>
            </a:r>
            <a:endParaRPr sz="1200">
              <a:solidFill>
                <a:schemeClr val="lt1"/>
              </a:solidFill>
              <a:latin typeface="Sora"/>
              <a:ea typeface="Sora"/>
              <a:cs typeface="Sora"/>
              <a:sym typeface="Sora"/>
            </a:endParaRPr>
          </a:p>
          <a:p>
            <a:pPr indent="-304800" lvl="1" marL="914400" rtl="0" algn="l">
              <a:spcBef>
                <a:spcPts val="0"/>
              </a:spcBef>
              <a:spcAft>
                <a:spcPts val="0"/>
              </a:spcAft>
              <a:buClr>
                <a:schemeClr val="lt1"/>
              </a:buClr>
              <a:buSzPts val="1200"/>
              <a:buFont typeface="Sora"/>
              <a:buChar char="-"/>
            </a:pPr>
            <a:r>
              <a:rPr lang="en" sz="1200">
                <a:solidFill>
                  <a:schemeClr val="lt1"/>
                </a:solidFill>
                <a:latin typeface="Sora"/>
                <a:ea typeface="Sora"/>
                <a:cs typeface="Sora"/>
                <a:sym typeface="Sora"/>
              </a:rPr>
              <a:t>Evaluation</a:t>
            </a:r>
            <a:endParaRPr sz="1200">
              <a:solidFill>
                <a:schemeClr val="lt1"/>
              </a:solidFill>
              <a:latin typeface="Sora"/>
              <a:ea typeface="Sora"/>
              <a:cs typeface="Sora"/>
              <a:sym typeface="Sora"/>
            </a:endParaRPr>
          </a:p>
          <a:p>
            <a:pPr indent="0" lvl="0" marL="0" rtl="0" algn="l">
              <a:spcBef>
                <a:spcPts val="0"/>
              </a:spcBef>
              <a:spcAft>
                <a:spcPts val="0"/>
              </a:spcAft>
              <a:buNone/>
            </a:pPr>
            <a:r>
              <a:rPr b="1" lang="en" sz="1200">
                <a:solidFill>
                  <a:schemeClr val="lt1"/>
                </a:solidFill>
                <a:latin typeface="Sora"/>
                <a:ea typeface="Sora"/>
                <a:cs typeface="Sora"/>
                <a:sym typeface="Sora"/>
              </a:rPr>
              <a:t>Outcomes:</a:t>
            </a:r>
            <a:endParaRPr b="1" sz="1200">
              <a:solidFill>
                <a:schemeClr val="lt1"/>
              </a:solidFill>
              <a:latin typeface="Sora"/>
              <a:ea typeface="Sora"/>
              <a:cs typeface="Sora"/>
              <a:sym typeface="Sora"/>
            </a:endParaRPr>
          </a:p>
          <a:p>
            <a:pPr indent="-304800" lvl="0" marL="457200" rtl="0" algn="l">
              <a:spcBef>
                <a:spcPts val="0"/>
              </a:spcBef>
              <a:spcAft>
                <a:spcPts val="0"/>
              </a:spcAft>
              <a:buClr>
                <a:schemeClr val="lt1"/>
              </a:buClr>
              <a:buSzPts val="1200"/>
              <a:buFont typeface="Sora"/>
              <a:buChar char="-"/>
            </a:pPr>
            <a:r>
              <a:rPr lang="en" sz="1200">
                <a:solidFill>
                  <a:schemeClr val="lt1"/>
                </a:solidFill>
                <a:latin typeface="Sora"/>
                <a:ea typeface="Sora"/>
                <a:cs typeface="Sora"/>
                <a:sym typeface="Sora"/>
              </a:rPr>
              <a:t>Model </a:t>
            </a:r>
            <a:r>
              <a:rPr lang="en" sz="1200">
                <a:solidFill>
                  <a:schemeClr val="lt1"/>
                </a:solidFill>
                <a:latin typeface="Sora"/>
                <a:ea typeface="Sora"/>
                <a:cs typeface="Sora"/>
                <a:sym typeface="Sora"/>
              </a:rPr>
              <a:t>learned to segment buildings</a:t>
            </a:r>
            <a:endParaRPr sz="1200">
              <a:solidFill>
                <a:schemeClr val="lt1"/>
              </a:solidFill>
              <a:latin typeface="Sora"/>
              <a:ea typeface="Sora"/>
              <a:cs typeface="Sora"/>
              <a:sym typeface="Sora"/>
            </a:endParaRPr>
          </a:p>
          <a:p>
            <a:pPr indent="-304800" lvl="0" marL="457200" rtl="0" algn="l">
              <a:spcBef>
                <a:spcPts val="0"/>
              </a:spcBef>
              <a:spcAft>
                <a:spcPts val="0"/>
              </a:spcAft>
              <a:buClr>
                <a:schemeClr val="lt1"/>
              </a:buClr>
              <a:buSzPts val="1200"/>
              <a:buFont typeface="Sora"/>
              <a:buChar char="-"/>
            </a:pPr>
            <a:r>
              <a:rPr lang="en" sz="1200">
                <a:solidFill>
                  <a:schemeClr val="lt1"/>
                </a:solidFill>
                <a:latin typeface="Sora"/>
                <a:ea typeface="Sora"/>
                <a:cs typeface="Sora"/>
                <a:sym typeface="Sora"/>
              </a:rPr>
              <a:t>Produced meaningful visuals and data</a:t>
            </a:r>
            <a:endParaRPr sz="1200">
              <a:solidFill>
                <a:schemeClr val="lt1"/>
              </a:solidFill>
              <a:latin typeface="Sora"/>
              <a:ea typeface="Sora"/>
              <a:cs typeface="Sora"/>
              <a:sym typeface="Sora"/>
            </a:endParaRPr>
          </a:p>
          <a:p>
            <a:pPr indent="0" lvl="0" marL="0" rtl="0" algn="l">
              <a:spcBef>
                <a:spcPts val="0"/>
              </a:spcBef>
              <a:spcAft>
                <a:spcPts val="0"/>
              </a:spcAft>
              <a:buNone/>
            </a:pPr>
            <a:r>
              <a:rPr b="1" lang="en" sz="1200">
                <a:solidFill>
                  <a:schemeClr val="lt1"/>
                </a:solidFill>
                <a:latin typeface="Sora"/>
                <a:ea typeface="Sora"/>
                <a:cs typeface="Sora"/>
                <a:sym typeface="Sora"/>
              </a:rPr>
              <a:t>Technicals:</a:t>
            </a:r>
            <a:endParaRPr b="1" sz="1200">
              <a:solidFill>
                <a:schemeClr val="lt1"/>
              </a:solidFill>
              <a:latin typeface="Sora"/>
              <a:ea typeface="Sora"/>
              <a:cs typeface="Sora"/>
              <a:sym typeface="Sora"/>
            </a:endParaRPr>
          </a:p>
          <a:p>
            <a:pPr indent="-304800" lvl="0" marL="457200" rtl="0" algn="l">
              <a:spcBef>
                <a:spcPts val="0"/>
              </a:spcBef>
              <a:spcAft>
                <a:spcPts val="0"/>
              </a:spcAft>
              <a:buClr>
                <a:schemeClr val="lt1"/>
              </a:buClr>
              <a:buSzPts val="1200"/>
              <a:buFont typeface="Sora"/>
              <a:buChar char="-"/>
            </a:pPr>
            <a:r>
              <a:rPr lang="en" sz="1200">
                <a:solidFill>
                  <a:schemeClr val="lt1"/>
                </a:solidFill>
                <a:latin typeface="Sora"/>
                <a:ea typeface="Sora"/>
                <a:cs typeface="Sora"/>
                <a:sym typeface="Sora"/>
              </a:rPr>
              <a:t>Custom weight loss functions</a:t>
            </a:r>
            <a:endParaRPr sz="1200">
              <a:solidFill>
                <a:schemeClr val="lt1"/>
              </a:solidFill>
              <a:latin typeface="Sora"/>
              <a:ea typeface="Sora"/>
              <a:cs typeface="Sora"/>
              <a:sym typeface="Sora"/>
            </a:endParaRPr>
          </a:p>
          <a:p>
            <a:pPr indent="-304800" lvl="0" marL="457200" rtl="0" algn="l">
              <a:spcBef>
                <a:spcPts val="0"/>
              </a:spcBef>
              <a:spcAft>
                <a:spcPts val="0"/>
              </a:spcAft>
              <a:buClr>
                <a:schemeClr val="lt1"/>
              </a:buClr>
              <a:buSzPts val="1200"/>
              <a:buFont typeface="Sora"/>
              <a:buChar char="-"/>
            </a:pPr>
            <a:r>
              <a:rPr lang="en" sz="1200">
                <a:solidFill>
                  <a:schemeClr val="lt1"/>
                </a:solidFill>
                <a:latin typeface="Sora"/>
                <a:ea typeface="Sora"/>
                <a:cs typeface="Sora"/>
                <a:sym typeface="Sora"/>
              </a:rPr>
              <a:t>Penalties for false positive and false negative</a:t>
            </a:r>
            <a:endParaRPr sz="1200">
              <a:solidFill>
                <a:schemeClr val="lt1"/>
              </a:solidFill>
              <a:latin typeface="Sora"/>
              <a:ea typeface="Sora"/>
              <a:cs typeface="Sora"/>
              <a:sym typeface="Sora"/>
            </a:endParaRPr>
          </a:p>
          <a:p>
            <a:pPr indent="-304800" lvl="0" marL="457200" rtl="0" algn="l">
              <a:spcBef>
                <a:spcPts val="0"/>
              </a:spcBef>
              <a:spcAft>
                <a:spcPts val="0"/>
              </a:spcAft>
              <a:buClr>
                <a:schemeClr val="lt1"/>
              </a:buClr>
              <a:buSzPts val="1200"/>
              <a:buFont typeface="Sora"/>
              <a:buChar char="-"/>
            </a:pPr>
            <a:r>
              <a:rPr lang="en" sz="1200">
                <a:solidFill>
                  <a:schemeClr val="lt1"/>
                </a:solidFill>
                <a:latin typeface="Sora"/>
                <a:ea typeface="Sora"/>
                <a:cs typeface="Sora"/>
                <a:sym typeface="Sora"/>
              </a:rPr>
              <a:t>Early stopping, schedulers</a:t>
            </a:r>
            <a:endParaRPr sz="1200">
              <a:solidFill>
                <a:schemeClr val="lt1"/>
              </a:solidFill>
              <a:latin typeface="Sora"/>
              <a:ea typeface="Sora"/>
              <a:cs typeface="Sora"/>
              <a:sym typeface="Sora"/>
            </a:endParaRPr>
          </a:p>
          <a:p>
            <a:pPr indent="0" lvl="0" marL="0" rtl="0" algn="l">
              <a:spcBef>
                <a:spcPts val="0"/>
              </a:spcBef>
              <a:spcAft>
                <a:spcPts val="0"/>
              </a:spcAft>
              <a:buNone/>
            </a:pPr>
            <a:r>
              <a:rPr b="1" lang="en" sz="1200">
                <a:solidFill>
                  <a:schemeClr val="lt1"/>
                </a:solidFill>
                <a:latin typeface="Sora"/>
                <a:ea typeface="Sora"/>
                <a:cs typeface="Sora"/>
                <a:sym typeface="Sora"/>
              </a:rPr>
              <a:t>Overall:</a:t>
            </a:r>
            <a:endParaRPr b="1" sz="1200">
              <a:solidFill>
                <a:schemeClr val="lt1"/>
              </a:solidFill>
              <a:latin typeface="Sora"/>
              <a:ea typeface="Sora"/>
              <a:cs typeface="Sora"/>
              <a:sym typeface="Sora"/>
            </a:endParaRPr>
          </a:p>
          <a:p>
            <a:pPr indent="-304800" lvl="0" marL="457200" rtl="0" algn="l">
              <a:spcBef>
                <a:spcPts val="0"/>
              </a:spcBef>
              <a:spcAft>
                <a:spcPts val="0"/>
              </a:spcAft>
              <a:buClr>
                <a:schemeClr val="lt1"/>
              </a:buClr>
              <a:buSzPts val="1200"/>
              <a:buFont typeface="Sora"/>
              <a:buChar char="-"/>
            </a:pPr>
            <a:r>
              <a:rPr lang="en" sz="1200">
                <a:solidFill>
                  <a:schemeClr val="lt1"/>
                </a:solidFill>
                <a:latin typeface="Sora"/>
                <a:ea typeface="Sora"/>
                <a:cs typeface="Sora"/>
                <a:sym typeface="Sora"/>
              </a:rPr>
              <a:t>Project has room for improvement , but demonstrates that with preprocessing, loss balancing, and model design satellite imagery can effectively be segmented top detect buildings</a:t>
            </a:r>
            <a:endParaRPr sz="1200">
              <a:solidFill>
                <a:schemeClr val="lt1"/>
              </a:solidFill>
              <a:latin typeface="Sora"/>
              <a:ea typeface="Sora"/>
              <a:cs typeface="Sora"/>
              <a:sym typeface="Sor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0" name="Shape 1070"/>
        <p:cNvGrpSpPr/>
        <p:nvPr/>
      </p:nvGrpSpPr>
      <p:grpSpPr>
        <a:xfrm>
          <a:off x="0" y="0"/>
          <a:ext cx="0" cy="0"/>
          <a:chOff x="0" y="0"/>
          <a:chExt cx="0" cy="0"/>
        </a:xfrm>
      </p:grpSpPr>
      <p:sp>
        <p:nvSpPr>
          <p:cNvPr id="1071" name="Google Shape;1071;p61"/>
          <p:cNvSpPr txBox="1"/>
          <p:nvPr>
            <p:ph type="title"/>
          </p:nvPr>
        </p:nvSpPr>
        <p:spPr>
          <a:xfrm>
            <a:off x="2662050" y="1569925"/>
            <a:ext cx="3819900" cy="10314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GEOMETRIC OVERLAYS">
  <a:themeElements>
    <a:clrScheme name="Simple Light">
      <a:dk1>
        <a:srgbClr val="FFFFFF"/>
      </a:dk1>
      <a:lt1>
        <a:srgbClr val="353535"/>
      </a:lt1>
      <a:dk2>
        <a:srgbClr val="E3DFD6"/>
      </a:dk2>
      <a:lt2>
        <a:srgbClr val="F0B03B"/>
      </a:lt2>
      <a:accent1>
        <a:srgbClr val="FFEB67"/>
      </a:accent1>
      <a:accent2>
        <a:srgbClr val="FF5777"/>
      </a:accent2>
      <a:accent3>
        <a:srgbClr val="41CC6B"/>
      </a:accent3>
      <a:accent4>
        <a:srgbClr val="4285F4"/>
      </a:accent4>
      <a:accent5>
        <a:srgbClr val="69615E"/>
      </a:accent5>
      <a:accent6>
        <a:srgbClr val="FF866D"/>
      </a:accent6>
      <a:hlink>
        <a:srgbClr val="2A292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